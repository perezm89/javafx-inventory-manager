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259" r:id="rId4"/>
    <p:sldId id="260" r:id="rId5"/>
    <p:sldId id="261" r:id="rId6"/>
    <p:sldId id="262" r:id="rId7"/>
    <p:sldId id="263" r:id="rId8"/>
    <p:sldId id="264" r:id="rId9"/>
    <p:sldId id="265" r:id="rId10"/>
    <p:sldId id="266" r:id="rId11"/>
    <p:sldId id="267" r:id="rId12"/>
    <p:sldId id="268" r:id="rId13"/>
    <p:sldId id="269" r:id="rId14"/>
    <p:sldId id="271" r:id="rId15"/>
    <p:sldId id="272" r:id="rId16"/>
    <p:sldId id="273" r:id="rId17"/>
    <p:sldId id="274" r:id="rId18"/>
    <p:sldId id="275" r:id="rId19"/>
    <p:sldId id="276" r:id="rId20"/>
    <p:sldId id="277" r:id="rId21"/>
    <p:sldId id="278" r:id="rId22"/>
    <p:sldId id="279" r:id="rId23"/>
    <p:sldId id="280" r:id="rId24"/>
    <p:sldId id="281" r:id="rId25"/>
    <p:sldId id="286" r:id="rId26"/>
    <p:sldId id="287" r:id="rId27"/>
    <p:sldId id="284" r:id="rId28"/>
    <p:sldId id="289" r:id="rId29"/>
    <p:sldId id="290" r:id="rId30"/>
    <p:sldId id="285" r:id="rId31"/>
    <p:sldId id="292" r:id="rId32"/>
    <p:sldId id="293" r:id="rId33"/>
    <p:sldId id="294" r:id="rId34"/>
    <p:sldId id="295" r:id="rId35"/>
    <p:sldId id="297" r:id="rId36"/>
    <p:sldId id="298" r:id="rId37"/>
    <p:sldId id="299" r:id="rId38"/>
    <p:sldId id="296" r:id="rId3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p:scale>
          <a:sx n="95" d="100"/>
          <a:sy n="95" d="100"/>
        </p:scale>
        <p:origin x="20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ryan Perez" userId="539bdfb628a834c6" providerId="LiveId" clId="{3F425735-1779-45A4-A798-B6EF78192424}"/>
    <pc:docChg chg="undo custSel addSld delSld modSld sldOrd">
      <pc:chgData name="Bryan Perez" userId="539bdfb628a834c6" providerId="LiveId" clId="{3F425735-1779-45A4-A798-B6EF78192424}" dt="2021-11-22T02:13:13.506" v="1617" actId="20577"/>
      <pc:docMkLst>
        <pc:docMk/>
      </pc:docMkLst>
      <pc:sldChg chg="modSp mod">
        <pc:chgData name="Bryan Perez" userId="539bdfb628a834c6" providerId="LiveId" clId="{3F425735-1779-45A4-A798-B6EF78192424}" dt="2021-11-22T02:10:18.008" v="1566" actId="20577"/>
        <pc:sldMkLst>
          <pc:docMk/>
          <pc:sldMk cId="2206429620" sldId="256"/>
        </pc:sldMkLst>
        <pc:spChg chg="mod">
          <ac:chgData name="Bryan Perez" userId="539bdfb628a834c6" providerId="LiveId" clId="{3F425735-1779-45A4-A798-B6EF78192424}" dt="2021-11-22T02:10:18.008" v="1566" actId="20577"/>
          <ac:spMkLst>
            <pc:docMk/>
            <pc:sldMk cId="2206429620" sldId="256"/>
            <ac:spMk id="3" creationId="{782010FC-D6BA-428A-8D19-F0BA718AA18F}"/>
          </ac:spMkLst>
        </pc:spChg>
      </pc:sldChg>
      <pc:sldChg chg="modSp mod ord">
        <pc:chgData name="Bryan Perez" userId="539bdfb628a834c6" providerId="LiveId" clId="{3F425735-1779-45A4-A798-B6EF78192424}" dt="2021-11-22T02:11:52.300" v="1588"/>
        <pc:sldMkLst>
          <pc:docMk/>
          <pc:sldMk cId="3274089175" sldId="258"/>
        </pc:sldMkLst>
        <pc:spChg chg="mod">
          <ac:chgData name="Bryan Perez" userId="539bdfb628a834c6" providerId="LiveId" clId="{3F425735-1779-45A4-A798-B6EF78192424}" dt="2021-11-22T02:11:44.449" v="1586" actId="20577"/>
          <ac:spMkLst>
            <pc:docMk/>
            <pc:sldMk cId="3274089175" sldId="258"/>
            <ac:spMk id="3" creationId="{782010FC-D6BA-428A-8D19-F0BA718AA18F}"/>
          </ac:spMkLst>
        </pc:spChg>
      </pc:sldChg>
      <pc:sldChg chg="modSp mod ord">
        <pc:chgData name="Bryan Perez" userId="539bdfb628a834c6" providerId="LiveId" clId="{3F425735-1779-45A4-A798-B6EF78192424}" dt="2021-11-22T02:13:13.506" v="1617" actId="20577"/>
        <pc:sldMkLst>
          <pc:docMk/>
          <pc:sldMk cId="3579714344" sldId="259"/>
        </pc:sldMkLst>
        <pc:spChg chg="mod">
          <ac:chgData name="Bryan Perez" userId="539bdfb628a834c6" providerId="LiveId" clId="{3F425735-1779-45A4-A798-B6EF78192424}" dt="2021-11-22T02:13:13.506" v="1617" actId="20577"/>
          <ac:spMkLst>
            <pc:docMk/>
            <pc:sldMk cId="3579714344" sldId="259"/>
            <ac:spMk id="3" creationId="{782010FC-D6BA-428A-8D19-F0BA718AA18F}"/>
          </ac:spMkLst>
        </pc:spChg>
      </pc:sldChg>
      <pc:sldChg chg="modSp mod">
        <pc:chgData name="Bryan Perez" userId="539bdfb628a834c6" providerId="LiveId" clId="{3F425735-1779-45A4-A798-B6EF78192424}" dt="2021-11-21T23:56:57.872" v="49" actId="20577"/>
        <pc:sldMkLst>
          <pc:docMk/>
          <pc:sldMk cId="1447712787" sldId="260"/>
        </pc:sldMkLst>
        <pc:spChg chg="mod">
          <ac:chgData name="Bryan Perez" userId="539bdfb628a834c6" providerId="LiveId" clId="{3F425735-1779-45A4-A798-B6EF78192424}" dt="2021-11-21T23:56:57.872" v="49" actId="20577"/>
          <ac:spMkLst>
            <pc:docMk/>
            <pc:sldMk cId="1447712787" sldId="260"/>
            <ac:spMk id="3" creationId="{4FC1291F-9E1F-4FBC-AF81-BF52456650C9}"/>
          </ac:spMkLst>
        </pc:spChg>
      </pc:sldChg>
      <pc:sldChg chg="modSp mod">
        <pc:chgData name="Bryan Perez" userId="539bdfb628a834c6" providerId="LiveId" clId="{3F425735-1779-45A4-A798-B6EF78192424}" dt="2021-11-21T23:55:52.709" v="34" actId="20577"/>
        <pc:sldMkLst>
          <pc:docMk/>
          <pc:sldMk cId="4269308911" sldId="262"/>
        </pc:sldMkLst>
        <pc:spChg chg="mod">
          <ac:chgData name="Bryan Perez" userId="539bdfb628a834c6" providerId="LiveId" clId="{3F425735-1779-45A4-A798-B6EF78192424}" dt="2021-11-21T23:55:52.709" v="34" actId="20577"/>
          <ac:spMkLst>
            <pc:docMk/>
            <pc:sldMk cId="4269308911" sldId="262"/>
            <ac:spMk id="3" creationId="{E6C52669-2283-487D-AAB8-2D06D9B926F7}"/>
          </ac:spMkLst>
        </pc:spChg>
      </pc:sldChg>
      <pc:sldChg chg="modSp mod">
        <pc:chgData name="Bryan Perez" userId="539bdfb628a834c6" providerId="LiveId" clId="{3F425735-1779-45A4-A798-B6EF78192424}" dt="2021-11-21T23:56:19.529" v="42" actId="20577"/>
        <pc:sldMkLst>
          <pc:docMk/>
          <pc:sldMk cId="3979120449" sldId="264"/>
        </pc:sldMkLst>
        <pc:spChg chg="mod">
          <ac:chgData name="Bryan Perez" userId="539bdfb628a834c6" providerId="LiveId" clId="{3F425735-1779-45A4-A798-B6EF78192424}" dt="2021-11-21T23:56:19.529" v="42" actId="20577"/>
          <ac:spMkLst>
            <pc:docMk/>
            <pc:sldMk cId="3979120449" sldId="264"/>
            <ac:spMk id="3" creationId="{87CE3427-E42C-4B89-96FB-C7284098D26F}"/>
          </ac:spMkLst>
        </pc:spChg>
      </pc:sldChg>
      <pc:sldChg chg="addSp delSp modSp mod">
        <pc:chgData name="Bryan Perez" userId="539bdfb628a834c6" providerId="LiveId" clId="{3F425735-1779-45A4-A798-B6EF78192424}" dt="2021-11-22T00:04:10.258" v="206" actId="20577"/>
        <pc:sldMkLst>
          <pc:docMk/>
          <pc:sldMk cId="1605923809" sldId="279"/>
        </pc:sldMkLst>
        <pc:spChg chg="mod">
          <ac:chgData name="Bryan Perez" userId="539bdfb628a834c6" providerId="LiveId" clId="{3F425735-1779-45A4-A798-B6EF78192424}" dt="2021-11-22T00:04:10.258" v="206" actId="20577"/>
          <ac:spMkLst>
            <pc:docMk/>
            <pc:sldMk cId="1605923809" sldId="279"/>
            <ac:spMk id="3" creationId="{65106171-2A78-44B1-A661-364D51CC4998}"/>
          </ac:spMkLst>
        </pc:spChg>
        <pc:picChg chg="add del mod">
          <ac:chgData name="Bryan Perez" userId="539bdfb628a834c6" providerId="LiveId" clId="{3F425735-1779-45A4-A798-B6EF78192424}" dt="2021-11-21T23:59:17.955" v="100" actId="478"/>
          <ac:picMkLst>
            <pc:docMk/>
            <pc:sldMk cId="1605923809" sldId="279"/>
            <ac:picMk id="5" creationId="{650417EC-638F-4244-8383-8467CCE77318}"/>
          </ac:picMkLst>
        </pc:picChg>
        <pc:picChg chg="add del mod">
          <ac:chgData name="Bryan Perez" userId="539bdfb628a834c6" providerId="LiveId" clId="{3F425735-1779-45A4-A798-B6EF78192424}" dt="2021-11-22T00:00:55.722" v="115" actId="478"/>
          <ac:picMkLst>
            <pc:docMk/>
            <pc:sldMk cId="1605923809" sldId="279"/>
            <ac:picMk id="7" creationId="{F8335FF4-B318-412B-AD68-5E03CA8AFA00}"/>
          </ac:picMkLst>
        </pc:picChg>
        <pc:picChg chg="add mod">
          <ac:chgData name="Bryan Perez" userId="539bdfb628a834c6" providerId="LiveId" clId="{3F425735-1779-45A4-A798-B6EF78192424}" dt="2021-11-22T00:01:23.028" v="119" actId="14100"/>
          <ac:picMkLst>
            <pc:docMk/>
            <pc:sldMk cId="1605923809" sldId="279"/>
            <ac:picMk id="9" creationId="{899445D2-B029-4E25-9F95-44C15E6C98E1}"/>
          </ac:picMkLst>
        </pc:picChg>
        <pc:picChg chg="add mod">
          <ac:chgData name="Bryan Perez" userId="539bdfb628a834c6" providerId="LiveId" clId="{3F425735-1779-45A4-A798-B6EF78192424}" dt="2021-11-22T00:02:24.489" v="127" actId="14100"/>
          <ac:picMkLst>
            <pc:docMk/>
            <pc:sldMk cId="1605923809" sldId="279"/>
            <ac:picMk id="11" creationId="{4BA517ED-3399-4AA5-B750-A7509886EF2C}"/>
          </ac:picMkLst>
        </pc:picChg>
      </pc:sldChg>
      <pc:sldChg chg="addSp modSp new mod">
        <pc:chgData name="Bryan Perez" userId="539bdfb628a834c6" providerId="LiveId" clId="{3F425735-1779-45A4-A798-B6EF78192424}" dt="2021-11-22T00:05:57.387" v="216" actId="14100"/>
        <pc:sldMkLst>
          <pc:docMk/>
          <pc:sldMk cId="3250256620" sldId="280"/>
        </pc:sldMkLst>
        <pc:spChg chg="mod">
          <ac:chgData name="Bryan Perez" userId="539bdfb628a834c6" providerId="LiveId" clId="{3F425735-1779-45A4-A798-B6EF78192424}" dt="2021-11-22T00:03:22.367" v="163" actId="20577"/>
          <ac:spMkLst>
            <pc:docMk/>
            <pc:sldMk cId="3250256620" sldId="280"/>
            <ac:spMk id="2" creationId="{723CB1A1-BA59-425E-BE36-B1F4E9220C37}"/>
          </ac:spMkLst>
        </pc:spChg>
        <pc:spChg chg="mod">
          <ac:chgData name="Bryan Perez" userId="539bdfb628a834c6" providerId="LiveId" clId="{3F425735-1779-45A4-A798-B6EF78192424}" dt="2021-11-22T00:04:14.334" v="207" actId="20577"/>
          <ac:spMkLst>
            <pc:docMk/>
            <pc:sldMk cId="3250256620" sldId="280"/>
            <ac:spMk id="3" creationId="{8D9DDAEC-999D-476A-B1D5-6084D6AF9871}"/>
          </ac:spMkLst>
        </pc:spChg>
        <pc:picChg chg="add mod">
          <ac:chgData name="Bryan Perez" userId="539bdfb628a834c6" providerId="LiveId" clId="{3F425735-1779-45A4-A798-B6EF78192424}" dt="2021-11-22T00:04:54.555" v="212" actId="14100"/>
          <ac:picMkLst>
            <pc:docMk/>
            <pc:sldMk cId="3250256620" sldId="280"/>
            <ac:picMk id="5" creationId="{D05C7771-D5EE-4180-8BA7-D7035D2324CE}"/>
          </ac:picMkLst>
        </pc:picChg>
        <pc:picChg chg="add mod">
          <ac:chgData name="Bryan Perez" userId="539bdfb628a834c6" providerId="LiveId" clId="{3F425735-1779-45A4-A798-B6EF78192424}" dt="2021-11-22T00:05:57.387" v="216" actId="14100"/>
          <ac:picMkLst>
            <pc:docMk/>
            <pc:sldMk cId="3250256620" sldId="280"/>
            <ac:picMk id="7" creationId="{CBC14496-118E-4BD0-BE42-AD35FB4E8FE7}"/>
          </ac:picMkLst>
        </pc:picChg>
      </pc:sldChg>
      <pc:sldChg chg="modSp new mod">
        <pc:chgData name="Bryan Perez" userId="539bdfb628a834c6" providerId="LiveId" clId="{3F425735-1779-45A4-A798-B6EF78192424}" dt="2021-11-22T00:16:14.552" v="856" actId="20577"/>
        <pc:sldMkLst>
          <pc:docMk/>
          <pc:sldMk cId="1824556264" sldId="281"/>
        </pc:sldMkLst>
        <pc:spChg chg="mod">
          <ac:chgData name="Bryan Perez" userId="539bdfb628a834c6" providerId="LiveId" clId="{3F425735-1779-45A4-A798-B6EF78192424}" dt="2021-11-22T00:07:56.116" v="239" actId="20577"/>
          <ac:spMkLst>
            <pc:docMk/>
            <pc:sldMk cId="1824556264" sldId="281"/>
            <ac:spMk id="2" creationId="{A0A9B332-C9FD-4887-90A6-B66F496E13F7}"/>
          </ac:spMkLst>
        </pc:spChg>
        <pc:spChg chg="mod">
          <ac:chgData name="Bryan Perez" userId="539bdfb628a834c6" providerId="LiveId" clId="{3F425735-1779-45A4-A798-B6EF78192424}" dt="2021-11-22T00:16:14.552" v="856" actId="20577"/>
          <ac:spMkLst>
            <pc:docMk/>
            <pc:sldMk cId="1824556264" sldId="281"/>
            <ac:spMk id="3" creationId="{16C97E5E-4F39-4466-96CD-5388B9221A03}"/>
          </ac:spMkLst>
        </pc:spChg>
      </pc:sldChg>
      <pc:sldChg chg="new del">
        <pc:chgData name="Bryan Perez" userId="539bdfb628a834c6" providerId="LiveId" clId="{3F425735-1779-45A4-A798-B6EF78192424}" dt="2021-11-22T00:23:05.359" v="860" actId="47"/>
        <pc:sldMkLst>
          <pc:docMk/>
          <pc:sldMk cId="1261281073" sldId="282"/>
        </pc:sldMkLst>
      </pc:sldChg>
      <pc:sldChg chg="new del">
        <pc:chgData name="Bryan Perez" userId="539bdfb628a834c6" providerId="LiveId" clId="{3F425735-1779-45A4-A798-B6EF78192424}" dt="2021-11-22T00:23:15.034" v="862" actId="47"/>
        <pc:sldMkLst>
          <pc:docMk/>
          <pc:sldMk cId="3353979483" sldId="283"/>
        </pc:sldMkLst>
      </pc:sldChg>
      <pc:sldChg chg="modSp add mod">
        <pc:chgData name="Bryan Perez" userId="539bdfb628a834c6" providerId="LiveId" clId="{3F425735-1779-45A4-A798-B6EF78192424}" dt="2021-11-22T00:24:25.864" v="885" actId="20577"/>
        <pc:sldMkLst>
          <pc:docMk/>
          <pc:sldMk cId="4170301986" sldId="284"/>
        </pc:sldMkLst>
        <pc:spChg chg="mod">
          <ac:chgData name="Bryan Perez" userId="539bdfb628a834c6" providerId="LiveId" clId="{3F425735-1779-45A4-A798-B6EF78192424}" dt="2021-11-22T00:23:50.502" v="873" actId="20577"/>
          <ac:spMkLst>
            <pc:docMk/>
            <pc:sldMk cId="4170301986" sldId="284"/>
            <ac:spMk id="2" creationId="{A0A9B332-C9FD-4887-90A6-B66F496E13F7}"/>
          </ac:spMkLst>
        </pc:spChg>
        <pc:spChg chg="mod">
          <ac:chgData name="Bryan Perez" userId="539bdfb628a834c6" providerId="LiveId" clId="{3F425735-1779-45A4-A798-B6EF78192424}" dt="2021-11-22T00:24:25.864" v="885" actId="20577"/>
          <ac:spMkLst>
            <pc:docMk/>
            <pc:sldMk cId="4170301986" sldId="284"/>
            <ac:spMk id="3" creationId="{16C97E5E-4F39-4466-96CD-5388B9221A03}"/>
          </ac:spMkLst>
        </pc:spChg>
      </pc:sldChg>
      <pc:sldChg chg="modSp add mod">
        <pc:chgData name="Bryan Perez" userId="539bdfb628a834c6" providerId="LiveId" clId="{3F425735-1779-45A4-A798-B6EF78192424}" dt="2021-11-22T00:24:16.017" v="881" actId="20577"/>
        <pc:sldMkLst>
          <pc:docMk/>
          <pc:sldMk cId="3736300263" sldId="285"/>
        </pc:sldMkLst>
        <pc:spChg chg="mod">
          <ac:chgData name="Bryan Perez" userId="539bdfb628a834c6" providerId="LiveId" clId="{3F425735-1779-45A4-A798-B6EF78192424}" dt="2021-11-22T00:23:59.792" v="877" actId="20577"/>
          <ac:spMkLst>
            <pc:docMk/>
            <pc:sldMk cId="3736300263" sldId="285"/>
            <ac:spMk id="2" creationId="{A0A9B332-C9FD-4887-90A6-B66F496E13F7}"/>
          </ac:spMkLst>
        </pc:spChg>
        <pc:spChg chg="mod">
          <ac:chgData name="Bryan Perez" userId="539bdfb628a834c6" providerId="LiveId" clId="{3F425735-1779-45A4-A798-B6EF78192424}" dt="2021-11-22T00:24:16.017" v="881" actId="20577"/>
          <ac:spMkLst>
            <pc:docMk/>
            <pc:sldMk cId="3736300263" sldId="285"/>
            <ac:spMk id="3" creationId="{16C97E5E-4F39-4466-96CD-5388B9221A03}"/>
          </ac:spMkLst>
        </pc:spChg>
      </pc:sldChg>
      <pc:sldChg chg="addSp delSp modSp new mod">
        <pc:chgData name="Bryan Perez" userId="539bdfb628a834c6" providerId="LiveId" clId="{3F425735-1779-45A4-A798-B6EF78192424}" dt="2021-11-22T00:36:32.639" v="977" actId="20577"/>
        <pc:sldMkLst>
          <pc:docMk/>
          <pc:sldMk cId="1926867658" sldId="286"/>
        </pc:sldMkLst>
        <pc:spChg chg="mod">
          <ac:chgData name="Bryan Perez" userId="539bdfb628a834c6" providerId="LiveId" clId="{3F425735-1779-45A4-A798-B6EF78192424}" dt="2021-11-22T00:24:44.801" v="897" actId="20577"/>
          <ac:spMkLst>
            <pc:docMk/>
            <pc:sldMk cId="1926867658" sldId="286"/>
            <ac:spMk id="2" creationId="{C47804E2-D768-470B-8390-57F3646BC197}"/>
          </ac:spMkLst>
        </pc:spChg>
        <pc:spChg chg="del mod">
          <ac:chgData name="Bryan Perez" userId="539bdfb628a834c6" providerId="LiveId" clId="{3F425735-1779-45A4-A798-B6EF78192424}" dt="2021-11-22T00:30:05.612" v="921" actId="22"/>
          <ac:spMkLst>
            <pc:docMk/>
            <pc:sldMk cId="1926867658" sldId="286"/>
            <ac:spMk id="3" creationId="{691577A0-F067-4BE9-89E0-2214016B49E7}"/>
          </ac:spMkLst>
        </pc:spChg>
        <pc:spChg chg="add mod">
          <ac:chgData name="Bryan Perez" userId="539bdfb628a834c6" providerId="LiveId" clId="{3F425735-1779-45A4-A798-B6EF78192424}" dt="2021-11-22T00:28:59.792" v="920" actId="20577"/>
          <ac:spMkLst>
            <pc:docMk/>
            <pc:sldMk cId="1926867658" sldId="286"/>
            <ac:spMk id="6" creationId="{3C67B7D5-5D24-4BF9-A1A9-9E7C2F22ADF1}"/>
          </ac:spMkLst>
        </pc:spChg>
        <pc:spChg chg="add mod">
          <ac:chgData name="Bryan Perez" userId="539bdfb628a834c6" providerId="LiveId" clId="{3F425735-1779-45A4-A798-B6EF78192424}" dt="2021-11-22T00:36:32.639" v="977" actId="20577"/>
          <ac:spMkLst>
            <pc:docMk/>
            <pc:sldMk cId="1926867658" sldId="286"/>
            <ac:spMk id="9" creationId="{B09C010F-C3A9-490F-BC83-2F157F8D610A}"/>
          </ac:spMkLst>
        </pc:spChg>
        <pc:picChg chg="add mod">
          <ac:chgData name="Bryan Perez" userId="539bdfb628a834c6" providerId="LiveId" clId="{3F425735-1779-45A4-A798-B6EF78192424}" dt="2021-11-22T00:28:45.877" v="911" actId="14100"/>
          <ac:picMkLst>
            <pc:docMk/>
            <pc:sldMk cId="1926867658" sldId="286"/>
            <ac:picMk id="5" creationId="{A5264668-8E89-46C4-BBED-6560682FC397}"/>
          </ac:picMkLst>
        </pc:picChg>
        <pc:picChg chg="add mod ord">
          <ac:chgData name="Bryan Perez" userId="539bdfb628a834c6" providerId="LiveId" clId="{3F425735-1779-45A4-A798-B6EF78192424}" dt="2021-11-22T00:30:39.237" v="924" actId="14100"/>
          <ac:picMkLst>
            <pc:docMk/>
            <pc:sldMk cId="1926867658" sldId="286"/>
            <ac:picMk id="8" creationId="{3ABD05CD-8FA2-421D-93CF-08DCA6CFA1CB}"/>
          </ac:picMkLst>
        </pc:picChg>
      </pc:sldChg>
      <pc:sldChg chg="addSp modSp new mod">
        <pc:chgData name="Bryan Perez" userId="539bdfb628a834c6" providerId="LiveId" clId="{3F425735-1779-45A4-A798-B6EF78192424}" dt="2021-11-22T00:36:28.118" v="976" actId="20577"/>
        <pc:sldMkLst>
          <pc:docMk/>
          <pc:sldMk cId="4036451552" sldId="287"/>
        </pc:sldMkLst>
        <pc:spChg chg="mod">
          <ac:chgData name="Bryan Perez" userId="539bdfb628a834c6" providerId="LiveId" clId="{3F425735-1779-45A4-A798-B6EF78192424}" dt="2021-11-22T00:31:27.831" v="935"/>
          <ac:spMkLst>
            <pc:docMk/>
            <pc:sldMk cId="4036451552" sldId="287"/>
            <ac:spMk id="2" creationId="{C2B6B1A8-245E-40C9-BB2D-87D0563CB77C}"/>
          </ac:spMkLst>
        </pc:spChg>
        <pc:spChg chg="mod">
          <ac:chgData name="Bryan Perez" userId="539bdfb628a834c6" providerId="LiveId" clId="{3F425735-1779-45A4-A798-B6EF78192424}" dt="2021-11-22T00:35:56.572" v="955" actId="14100"/>
          <ac:spMkLst>
            <pc:docMk/>
            <pc:sldMk cId="4036451552" sldId="287"/>
            <ac:spMk id="3" creationId="{8F572AE9-F259-419E-A882-A17CE94946E1}"/>
          </ac:spMkLst>
        </pc:spChg>
        <pc:spChg chg="add mod">
          <ac:chgData name="Bryan Perez" userId="539bdfb628a834c6" providerId="LiveId" clId="{3F425735-1779-45A4-A798-B6EF78192424}" dt="2021-11-22T00:36:28.118" v="976" actId="20577"/>
          <ac:spMkLst>
            <pc:docMk/>
            <pc:sldMk cId="4036451552" sldId="287"/>
            <ac:spMk id="6" creationId="{89348710-64A9-4940-B97F-50FA333AE19D}"/>
          </ac:spMkLst>
        </pc:spChg>
        <pc:picChg chg="add mod">
          <ac:chgData name="Bryan Perez" userId="539bdfb628a834c6" providerId="LiveId" clId="{3F425735-1779-45A4-A798-B6EF78192424}" dt="2021-11-22T00:36:05.515" v="957" actId="1076"/>
          <ac:picMkLst>
            <pc:docMk/>
            <pc:sldMk cId="4036451552" sldId="287"/>
            <ac:picMk id="5" creationId="{57C23882-346B-4EC8-88B9-2ED6C4ECA107}"/>
          </ac:picMkLst>
        </pc:picChg>
      </pc:sldChg>
      <pc:sldChg chg="new del">
        <pc:chgData name="Bryan Perez" userId="539bdfb628a834c6" providerId="LiveId" clId="{3F425735-1779-45A4-A798-B6EF78192424}" dt="2021-11-22T00:38:10.919" v="980" actId="47"/>
        <pc:sldMkLst>
          <pc:docMk/>
          <pc:sldMk cId="3677661850" sldId="288"/>
        </pc:sldMkLst>
      </pc:sldChg>
      <pc:sldChg chg="modSp add mod">
        <pc:chgData name="Bryan Perez" userId="539bdfb628a834c6" providerId="LiveId" clId="{3F425735-1779-45A4-A798-B6EF78192424}" dt="2021-11-22T00:38:18.552" v="987" actId="20577"/>
        <pc:sldMkLst>
          <pc:docMk/>
          <pc:sldMk cId="717922139" sldId="289"/>
        </pc:sldMkLst>
        <pc:spChg chg="mod">
          <ac:chgData name="Bryan Perez" userId="539bdfb628a834c6" providerId="LiveId" clId="{3F425735-1779-45A4-A798-B6EF78192424}" dt="2021-11-22T00:38:18.552" v="987" actId="20577"/>
          <ac:spMkLst>
            <pc:docMk/>
            <pc:sldMk cId="717922139" sldId="289"/>
            <ac:spMk id="2" creationId="{C47804E2-D768-470B-8390-57F3646BC197}"/>
          </ac:spMkLst>
        </pc:spChg>
      </pc:sldChg>
      <pc:sldChg chg="addSp delSp modSp new mod">
        <pc:chgData name="Bryan Perez" userId="539bdfb628a834c6" providerId="LiveId" clId="{3F425735-1779-45A4-A798-B6EF78192424}" dt="2021-11-22T01:13:56.026" v="1008" actId="14100"/>
        <pc:sldMkLst>
          <pc:docMk/>
          <pc:sldMk cId="3515469979" sldId="290"/>
        </pc:sldMkLst>
        <pc:spChg chg="mod">
          <ac:chgData name="Bryan Perez" userId="539bdfb628a834c6" providerId="LiveId" clId="{3F425735-1779-45A4-A798-B6EF78192424}" dt="2021-11-22T00:38:36.204" v="989"/>
          <ac:spMkLst>
            <pc:docMk/>
            <pc:sldMk cId="3515469979" sldId="290"/>
            <ac:spMk id="2" creationId="{939493E6-6026-407F-A226-4D766B856092}"/>
          </ac:spMkLst>
        </pc:spChg>
        <pc:spChg chg="del">
          <ac:chgData name="Bryan Perez" userId="539bdfb628a834c6" providerId="LiveId" clId="{3F425735-1779-45A4-A798-B6EF78192424}" dt="2021-11-22T01:13:18.158" v="990" actId="22"/>
          <ac:spMkLst>
            <pc:docMk/>
            <pc:sldMk cId="3515469979" sldId="290"/>
            <ac:spMk id="3" creationId="{4601AFB3-F18D-4072-B1E0-917B35800D2D}"/>
          </ac:spMkLst>
        </pc:spChg>
        <pc:spChg chg="add mod">
          <ac:chgData name="Bryan Perez" userId="539bdfb628a834c6" providerId="LiveId" clId="{3F425735-1779-45A4-A798-B6EF78192424}" dt="2021-11-22T01:13:56.026" v="1008" actId="14100"/>
          <ac:spMkLst>
            <pc:docMk/>
            <pc:sldMk cId="3515469979" sldId="290"/>
            <ac:spMk id="6" creationId="{1ABAB44D-225D-4FA6-A7C9-07C563DC94A4}"/>
          </ac:spMkLst>
        </pc:spChg>
        <pc:picChg chg="add mod ord">
          <ac:chgData name="Bryan Perez" userId="539bdfb628a834c6" providerId="LiveId" clId="{3F425735-1779-45A4-A798-B6EF78192424}" dt="2021-11-22T01:13:25.863" v="993" actId="14100"/>
          <ac:picMkLst>
            <pc:docMk/>
            <pc:sldMk cId="3515469979" sldId="290"/>
            <ac:picMk id="5" creationId="{2931C9F2-0271-45FF-AE9F-E66B14074D02}"/>
          </ac:picMkLst>
        </pc:picChg>
      </pc:sldChg>
      <pc:sldChg chg="new del">
        <pc:chgData name="Bryan Perez" userId="539bdfb628a834c6" providerId="LiveId" clId="{3F425735-1779-45A4-A798-B6EF78192424}" dt="2021-11-22T01:14:33.236" v="1013" actId="47"/>
        <pc:sldMkLst>
          <pc:docMk/>
          <pc:sldMk cId="245671316" sldId="291"/>
        </pc:sldMkLst>
      </pc:sldChg>
      <pc:sldChg chg="new del">
        <pc:chgData name="Bryan Perez" userId="539bdfb628a834c6" providerId="LiveId" clId="{3F425735-1779-45A4-A798-B6EF78192424}" dt="2021-11-22T01:14:25.761" v="1010" actId="680"/>
        <pc:sldMkLst>
          <pc:docMk/>
          <pc:sldMk cId="3338535270" sldId="291"/>
        </pc:sldMkLst>
      </pc:sldChg>
      <pc:sldChg chg="modSp add mod">
        <pc:chgData name="Bryan Perez" userId="539bdfb628a834c6" providerId="LiveId" clId="{3F425735-1779-45A4-A798-B6EF78192424}" dt="2021-11-22T01:14:42.165" v="1021" actId="20577"/>
        <pc:sldMkLst>
          <pc:docMk/>
          <pc:sldMk cId="3172002492" sldId="292"/>
        </pc:sldMkLst>
        <pc:spChg chg="mod">
          <ac:chgData name="Bryan Perez" userId="539bdfb628a834c6" providerId="LiveId" clId="{3F425735-1779-45A4-A798-B6EF78192424}" dt="2021-11-22T01:14:42.165" v="1021" actId="20577"/>
          <ac:spMkLst>
            <pc:docMk/>
            <pc:sldMk cId="3172002492" sldId="292"/>
            <ac:spMk id="2" creationId="{C47804E2-D768-470B-8390-57F3646BC197}"/>
          </ac:spMkLst>
        </pc:spChg>
      </pc:sldChg>
      <pc:sldChg chg="addSp delSp modSp new mod">
        <pc:chgData name="Bryan Perez" userId="539bdfb628a834c6" providerId="LiveId" clId="{3F425735-1779-45A4-A798-B6EF78192424}" dt="2021-11-22T01:16:52.817" v="1044" actId="14100"/>
        <pc:sldMkLst>
          <pc:docMk/>
          <pc:sldMk cId="1347957149" sldId="293"/>
        </pc:sldMkLst>
        <pc:spChg chg="mod">
          <ac:chgData name="Bryan Perez" userId="539bdfb628a834c6" providerId="LiveId" clId="{3F425735-1779-45A4-A798-B6EF78192424}" dt="2021-11-22T01:14:57.031" v="1023"/>
          <ac:spMkLst>
            <pc:docMk/>
            <pc:sldMk cId="1347957149" sldId="293"/>
            <ac:spMk id="2" creationId="{0CBD2D7A-D778-44BA-899E-C80E25A2B40C}"/>
          </ac:spMkLst>
        </pc:spChg>
        <pc:spChg chg="del">
          <ac:chgData name="Bryan Perez" userId="539bdfb628a834c6" providerId="LiveId" clId="{3F425735-1779-45A4-A798-B6EF78192424}" dt="2021-11-22T01:16:19.134" v="1024" actId="22"/>
          <ac:spMkLst>
            <pc:docMk/>
            <pc:sldMk cId="1347957149" sldId="293"/>
            <ac:spMk id="3" creationId="{9A0D41C3-5513-4FD8-96C2-6B4BC544A83F}"/>
          </ac:spMkLst>
        </pc:spChg>
        <pc:spChg chg="add mod">
          <ac:chgData name="Bryan Perez" userId="539bdfb628a834c6" providerId="LiveId" clId="{3F425735-1779-45A4-A798-B6EF78192424}" dt="2021-11-22T01:16:52.817" v="1044" actId="14100"/>
          <ac:spMkLst>
            <pc:docMk/>
            <pc:sldMk cId="1347957149" sldId="293"/>
            <ac:spMk id="6" creationId="{F3DCF4CE-5C7D-4BD0-B5AA-A4B72375221A}"/>
          </ac:spMkLst>
        </pc:spChg>
        <pc:picChg chg="add mod ord">
          <ac:chgData name="Bryan Perez" userId="539bdfb628a834c6" providerId="LiveId" clId="{3F425735-1779-45A4-A798-B6EF78192424}" dt="2021-11-22T01:16:29.220" v="1027" actId="14100"/>
          <ac:picMkLst>
            <pc:docMk/>
            <pc:sldMk cId="1347957149" sldId="293"/>
            <ac:picMk id="5" creationId="{0390A9ED-362C-4367-AEEC-41D871B54BFF}"/>
          </ac:picMkLst>
        </pc:picChg>
      </pc:sldChg>
      <pc:sldChg chg="modSp new mod">
        <pc:chgData name="Bryan Perez" userId="539bdfb628a834c6" providerId="LiveId" clId="{3F425735-1779-45A4-A798-B6EF78192424}" dt="2021-11-22T02:00:07.240" v="1330" actId="5793"/>
        <pc:sldMkLst>
          <pc:docMk/>
          <pc:sldMk cId="3866722493" sldId="294"/>
        </pc:sldMkLst>
        <pc:spChg chg="mod">
          <ac:chgData name="Bryan Perez" userId="539bdfb628a834c6" providerId="LiveId" clId="{3F425735-1779-45A4-A798-B6EF78192424}" dt="2021-11-22T01:44:01.198" v="1067" actId="20577"/>
          <ac:spMkLst>
            <pc:docMk/>
            <pc:sldMk cId="3866722493" sldId="294"/>
            <ac:spMk id="2" creationId="{032CDF69-6CB9-4E2D-803C-F2EA46487C15}"/>
          </ac:spMkLst>
        </pc:spChg>
        <pc:spChg chg="mod">
          <ac:chgData name="Bryan Perez" userId="539bdfb628a834c6" providerId="LiveId" clId="{3F425735-1779-45A4-A798-B6EF78192424}" dt="2021-11-22T02:00:07.240" v="1330" actId="5793"/>
          <ac:spMkLst>
            <pc:docMk/>
            <pc:sldMk cId="3866722493" sldId="294"/>
            <ac:spMk id="3" creationId="{620EBD95-8703-4B04-ACEA-1DD43256F312}"/>
          </ac:spMkLst>
        </pc:spChg>
      </pc:sldChg>
      <pc:sldChg chg="addSp delSp modSp new mod">
        <pc:chgData name="Bryan Perez" userId="539bdfb628a834c6" providerId="LiveId" clId="{3F425735-1779-45A4-A798-B6EF78192424}" dt="2021-11-22T01:56:54.369" v="1304" actId="20577"/>
        <pc:sldMkLst>
          <pc:docMk/>
          <pc:sldMk cId="2664147642" sldId="295"/>
        </pc:sldMkLst>
        <pc:spChg chg="mod">
          <ac:chgData name="Bryan Perez" userId="539bdfb628a834c6" providerId="LiveId" clId="{3F425735-1779-45A4-A798-B6EF78192424}" dt="2021-11-22T01:53:58.871" v="1227" actId="20577"/>
          <ac:spMkLst>
            <pc:docMk/>
            <pc:sldMk cId="2664147642" sldId="295"/>
            <ac:spMk id="2" creationId="{4E9C6846-3508-430B-9797-571336FB14CB}"/>
          </ac:spMkLst>
        </pc:spChg>
        <pc:spChg chg="del">
          <ac:chgData name="Bryan Perez" userId="539bdfb628a834c6" providerId="LiveId" clId="{3F425735-1779-45A4-A798-B6EF78192424}" dt="2021-11-22T01:48:50.562" v="1161" actId="22"/>
          <ac:spMkLst>
            <pc:docMk/>
            <pc:sldMk cId="2664147642" sldId="295"/>
            <ac:spMk id="3" creationId="{155322E2-5C82-44E2-A019-A7AED13FA519}"/>
          </ac:spMkLst>
        </pc:spChg>
        <pc:spChg chg="add mod">
          <ac:chgData name="Bryan Perez" userId="539bdfb628a834c6" providerId="LiveId" clId="{3F425735-1779-45A4-A798-B6EF78192424}" dt="2021-11-22T01:56:30.639" v="1285" actId="20577"/>
          <ac:spMkLst>
            <pc:docMk/>
            <pc:sldMk cId="2664147642" sldId="295"/>
            <ac:spMk id="8" creationId="{5367F2D9-B80E-436C-ACAC-F427D3643222}"/>
          </ac:spMkLst>
        </pc:spChg>
        <pc:spChg chg="add mod">
          <ac:chgData name="Bryan Perez" userId="539bdfb628a834c6" providerId="LiveId" clId="{3F425735-1779-45A4-A798-B6EF78192424}" dt="2021-11-22T01:56:54.369" v="1304" actId="20577"/>
          <ac:spMkLst>
            <pc:docMk/>
            <pc:sldMk cId="2664147642" sldId="295"/>
            <ac:spMk id="9" creationId="{BE5C30CE-644B-4CD2-9EC9-D204674D887E}"/>
          </ac:spMkLst>
        </pc:spChg>
        <pc:picChg chg="add mod ord">
          <ac:chgData name="Bryan Perez" userId="539bdfb628a834c6" providerId="LiveId" clId="{3F425735-1779-45A4-A798-B6EF78192424}" dt="2021-11-22T01:52:19.472" v="1198" actId="1076"/>
          <ac:picMkLst>
            <pc:docMk/>
            <pc:sldMk cId="2664147642" sldId="295"/>
            <ac:picMk id="5" creationId="{60C901E3-758D-4519-9286-119B3EF48BDE}"/>
          </ac:picMkLst>
        </pc:picChg>
        <pc:picChg chg="add mod">
          <ac:chgData name="Bryan Perez" userId="539bdfb628a834c6" providerId="LiveId" clId="{3F425735-1779-45A4-A798-B6EF78192424}" dt="2021-11-22T01:52:26.985" v="1200" actId="14100"/>
          <ac:picMkLst>
            <pc:docMk/>
            <pc:sldMk cId="2664147642" sldId="295"/>
            <ac:picMk id="7" creationId="{DBECAF53-BFF6-4331-97F2-7696F5804CE2}"/>
          </ac:picMkLst>
        </pc:picChg>
      </pc:sldChg>
      <pc:sldChg chg="addSp delSp modSp new mod ord">
        <pc:chgData name="Bryan Perez" userId="539bdfb628a834c6" providerId="LiveId" clId="{3F425735-1779-45A4-A798-B6EF78192424}" dt="2021-11-22T02:03:54.968" v="1416" actId="14100"/>
        <pc:sldMkLst>
          <pc:docMk/>
          <pc:sldMk cId="1595573609" sldId="296"/>
        </pc:sldMkLst>
        <pc:spChg chg="mod">
          <ac:chgData name="Bryan Perez" userId="539bdfb628a834c6" providerId="LiveId" clId="{3F425735-1779-45A4-A798-B6EF78192424}" dt="2021-11-22T01:59:47.054" v="1321" actId="20577"/>
          <ac:spMkLst>
            <pc:docMk/>
            <pc:sldMk cId="1595573609" sldId="296"/>
            <ac:spMk id="2" creationId="{2129BC6C-2669-49B5-B684-7CDE8F463605}"/>
          </ac:spMkLst>
        </pc:spChg>
        <pc:spChg chg="del">
          <ac:chgData name="Bryan Perez" userId="539bdfb628a834c6" providerId="LiveId" clId="{3F425735-1779-45A4-A798-B6EF78192424}" dt="2021-11-22T01:55:51.764" v="1273" actId="22"/>
          <ac:spMkLst>
            <pc:docMk/>
            <pc:sldMk cId="1595573609" sldId="296"/>
            <ac:spMk id="3" creationId="{CF55271A-E8E2-49BA-B859-02B3A18A736A}"/>
          </ac:spMkLst>
        </pc:spChg>
        <pc:spChg chg="add mod">
          <ac:chgData name="Bryan Perez" userId="539bdfb628a834c6" providerId="LiveId" clId="{3F425735-1779-45A4-A798-B6EF78192424}" dt="2021-11-22T02:03:31.791" v="1394" actId="20577"/>
          <ac:spMkLst>
            <pc:docMk/>
            <pc:sldMk cId="1595573609" sldId="296"/>
            <ac:spMk id="8" creationId="{C212D854-D2A9-4E14-8B8A-1D4DF3FD03D9}"/>
          </ac:spMkLst>
        </pc:spChg>
        <pc:spChg chg="add mod">
          <ac:chgData name="Bryan Perez" userId="539bdfb628a834c6" providerId="LiveId" clId="{3F425735-1779-45A4-A798-B6EF78192424}" dt="2021-11-22T02:03:54.968" v="1416" actId="14100"/>
          <ac:spMkLst>
            <pc:docMk/>
            <pc:sldMk cId="1595573609" sldId="296"/>
            <ac:spMk id="9" creationId="{BFE57E79-61B0-49E3-A810-AE736EE0F71C}"/>
          </ac:spMkLst>
        </pc:spChg>
        <pc:picChg chg="add mod ord">
          <ac:chgData name="Bryan Perez" userId="539bdfb628a834c6" providerId="LiveId" clId="{3F425735-1779-45A4-A798-B6EF78192424}" dt="2021-11-22T02:03:18.801" v="1384" actId="1076"/>
          <ac:picMkLst>
            <pc:docMk/>
            <pc:sldMk cId="1595573609" sldId="296"/>
            <ac:picMk id="5" creationId="{C553B75D-791D-4205-A484-FDE62584B686}"/>
          </ac:picMkLst>
        </pc:picChg>
        <pc:picChg chg="add mod">
          <ac:chgData name="Bryan Perez" userId="539bdfb628a834c6" providerId="LiveId" clId="{3F425735-1779-45A4-A798-B6EF78192424}" dt="2021-11-22T02:03:21.117" v="1385" actId="1076"/>
          <ac:picMkLst>
            <pc:docMk/>
            <pc:sldMk cId="1595573609" sldId="296"/>
            <ac:picMk id="7" creationId="{0B6A073F-EEE6-46CC-9206-6C72E65FEC08}"/>
          </ac:picMkLst>
        </pc:picChg>
      </pc:sldChg>
      <pc:sldChg chg="modSp add mod ord">
        <pc:chgData name="Bryan Perez" userId="539bdfb628a834c6" providerId="LiveId" clId="{3F425735-1779-45A4-A798-B6EF78192424}" dt="2021-11-22T02:00:04.125" v="1327" actId="5793"/>
        <pc:sldMkLst>
          <pc:docMk/>
          <pc:sldMk cId="506492820" sldId="297"/>
        </pc:sldMkLst>
        <pc:spChg chg="mod">
          <ac:chgData name="Bryan Perez" userId="539bdfb628a834c6" providerId="LiveId" clId="{3F425735-1779-45A4-A798-B6EF78192424}" dt="2021-11-22T01:53:33.933" v="1210" actId="20577"/>
          <ac:spMkLst>
            <pc:docMk/>
            <pc:sldMk cId="506492820" sldId="297"/>
            <ac:spMk id="2" creationId="{032CDF69-6CB9-4E2D-803C-F2EA46487C15}"/>
          </ac:spMkLst>
        </pc:spChg>
        <pc:spChg chg="mod">
          <ac:chgData name="Bryan Perez" userId="539bdfb628a834c6" providerId="LiveId" clId="{3F425735-1779-45A4-A798-B6EF78192424}" dt="2021-11-22T02:00:04.125" v="1327" actId="5793"/>
          <ac:spMkLst>
            <pc:docMk/>
            <pc:sldMk cId="506492820" sldId="297"/>
            <ac:spMk id="3" creationId="{620EBD95-8703-4B04-ACEA-1DD43256F312}"/>
          </ac:spMkLst>
        </pc:spChg>
      </pc:sldChg>
      <pc:sldChg chg="addSp delSp modSp new mod ord">
        <pc:chgData name="Bryan Perez" userId="539bdfb628a834c6" providerId="LiveId" clId="{3F425735-1779-45A4-A798-B6EF78192424}" dt="2021-11-22T02:03:06.214" v="1383" actId="20577"/>
        <pc:sldMkLst>
          <pc:docMk/>
          <pc:sldMk cId="1659887316" sldId="298"/>
        </pc:sldMkLst>
        <pc:spChg chg="mod">
          <ac:chgData name="Bryan Perez" userId="539bdfb628a834c6" providerId="LiveId" clId="{3F425735-1779-45A4-A798-B6EF78192424}" dt="2021-11-22T02:00:23.650" v="1334" actId="20577"/>
          <ac:spMkLst>
            <pc:docMk/>
            <pc:sldMk cId="1659887316" sldId="298"/>
            <ac:spMk id="2" creationId="{88C13BED-8002-499A-9C70-4544AF7F75BE}"/>
          </ac:spMkLst>
        </pc:spChg>
        <pc:spChg chg="del">
          <ac:chgData name="Bryan Perez" userId="539bdfb628a834c6" providerId="LiveId" clId="{3F425735-1779-45A4-A798-B6EF78192424}" dt="2021-11-22T02:00:53.782" v="1335" actId="22"/>
          <ac:spMkLst>
            <pc:docMk/>
            <pc:sldMk cId="1659887316" sldId="298"/>
            <ac:spMk id="3" creationId="{E08A2042-06EA-4624-8DF5-47E56237D740}"/>
          </ac:spMkLst>
        </pc:spChg>
        <pc:spChg chg="add mod">
          <ac:chgData name="Bryan Perez" userId="539bdfb628a834c6" providerId="LiveId" clId="{3F425735-1779-45A4-A798-B6EF78192424}" dt="2021-11-22T02:02:39.354" v="1355" actId="20577"/>
          <ac:spMkLst>
            <pc:docMk/>
            <pc:sldMk cId="1659887316" sldId="298"/>
            <ac:spMk id="8" creationId="{D1DDBCA1-25A8-4CBB-84EC-4B178FACC3BB}"/>
          </ac:spMkLst>
        </pc:spChg>
        <pc:spChg chg="add mod">
          <ac:chgData name="Bryan Perez" userId="539bdfb628a834c6" providerId="LiveId" clId="{3F425735-1779-45A4-A798-B6EF78192424}" dt="2021-11-22T02:03:06.214" v="1383" actId="20577"/>
          <ac:spMkLst>
            <pc:docMk/>
            <pc:sldMk cId="1659887316" sldId="298"/>
            <ac:spMk id="9" creationId="{8297ABCE-2B1A-4BF3-99EE-EB29C0767933}"/>
          </ac:spMkLst>
        </pc:spChg>
        <pc:picChg chg="add mod ord">
          <ac:chgData name="Bryan Perez" userId="539bdfb628a834c6" providerId="LiveId" clId="{3F425735-1779-45A4-A798-B6EF78192424}" dt="2021-11-22T02:02:29.234" v="1346" actId="1076"/>
          <ac:picMkLst>
            <pc:docMk/>
            <pc:sldMk cId="1659887316" sldId="298"/>
            <ac:picMk id="5" creationId="{E1909759-2EC9-4612-925E-966A939E3FB8}"/>
          </ac:picMkLst>
        </pc:picChg>
        <pc:picChg chg="add mod">
          <ac:chgData name="Bryan Perez" userId="539bdfb628a834c6" providerId="LiveId" clId="{3F425735-1779-45A4-A798-B6EF78192424}" dt="2021-11-22T02:02:31.031" v="1347" actId="1076"/>
          <ac:picMkLst>
            <pc:docMk/>
            <pc:sldMk cId="1659887316" sldId="298"/>
            <ac:picMk id="7" creationId="{258FC235-CF85-4C36-A0D4-1C83E521982D}"/>
          </ac:picMkLst>
        </pc:picChg>
      </pc:sldChg>
      <pc:sldChg chg="modSp add mod">
        <pc:chgData name="Bryan Perez" userId="539bdfb628a834c6" providerId="LiveId" clId="{3F425735-1779-45A4-A798-B6EF78192424}" dt="2021-11-22T01:59:53.424" v="1324" actId="5793"/>
        <pc:sldMkLst>
          <pc:docMk/>
          <pc:sldMk cId="1952559002" sldId="299"/>
        </pc:sldMkLst>
        <pc:spChg chg="mod">
          <ac:chgData name="Bryan Perez" userId="539bdfb628a834c6" providerId="LiveId" clId="{3F425735-1779-45A4-A798-B6EF78192424}" dt="2021-11-22T01:54:54.186" v="1255" actId="20577"/>
          <ac:spMkLst>
            <pc:docMk/>
            <pc:sldMk cId="1952559002" sldId="299"/>
            <ac:spMk id="2" creationId="{032CDF69-6CB9-4E2D-803C-F2EA46487C15}"/>
          </ac:spMkLst>
        </pc:spChg>
        <pc:spChg chg="mod">
          <ac:chgData name="Bryan Perez" userId="539bdfb628a834c6" providerId="LiveId" clId="{3F425735-1779-45A4-A798-B6EF78192424}" dt="2021-11-22T01:59:53.424" v="1324" actId="5793"/>
          <ac:spMkLst>
            <pc:docMk/>
            <pc:sldMk cId="1952559002" sldId="299"/>
            <ac:spMk id="3" creationId="{620EBD95-8703-4B04-ACEA-1DD43256F312}"/>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78CEB5-E2A9-4F27-B960-9B5883995CF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1B87313-E10E-4AAB-8320-D1247B5B3DE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986E78A-288B-4D90-B66C-210A102B7681}"/>
              </a:ext>
            </a:extLst>
          </p:cNvPr>
          <p:cNvSpPr>
            <a:spLocks noGrp="1"/>
          </p:cNvSpPr>
          <p:nvPr>
            <p:ph type="dt" sz="half" idx="10"/>
          </p:nvPr>
        </p:nvSpPr>
        <p:spPr/>
        <p:txBody>
          <a:bodyPr/>
          <a:lstStyle/>
          <a:p>
            <a:fld id="{39585330-7B51-48BA-AA87-F2713FA052D5}" type="datetimeFigureOut">
              <a:rPr lang="en-US" smtClean="0"/>
              <a:t>11/21/2021</a:t>
            </a:fld>
            <a:endParaRPr lang="en-US"/>
          </a:p>
        </p:txBody>
      </p:sp>
      <p:sp>
        <p:nvSpPr>
          <p:cNvPr id="5" name="Footer Placeholder 4">
            <a:extLst>
              <a:ext uri="{FF2B5EF4-FFF2-40B4-BE49-F238E27FC236}">
                <a16:creationId xmlns:a16="http://schemas.microsoft.com/office/drawing/2014/main" id="{FDDDC2C5-7183-42BE-AF90-9711639E6BF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2D55D05-8C1A-4059-9F42-760B58DC6AEA}"/>
              </a:ext>
            </a:extLst>
          </p:cNvPr>
          <p:cNvSpPr>
            <a:spLocks noGrp="1"/>
          </p:cNvSpPr>
          <p:nvPr>
            <p:ph type="sldNum" sz="quarter" idx="12"/>
          </p:nvPr>
        </p:nvSpPr>
        <p:spPr/>
        <p:txBody>
          <a:bodyPr/>
          <a:lstStyle/>
          <a:p>
            <a:fld id="{0C5C0568-A877-4929-A966-4F82B9CD07A7}" type="slidenum">
              <a:rPr lang="en-US" smtClean="0"/>
              <a:t>‹#›</a:t>
            </a:fld>
            <a:endParaRPr lang="en-US"/>
          </a:p>
        </p:txBody>
      </p:sp>
    </p:spTree>
    <p:extLst>
      <p:ext uri="{BB962C8B-B14F-4D97-AF65-F5344CB8AC3E}">
        <p14:creationId xmlns:p14="http://schemas.microsoft.com/office/powerpoint/2010/main" val="2065656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802C60-66B8-4B86-B6AC-25B7CDD9986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60EF402-D5CB-4DF0-80AC-92438CF3A01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DD9F704-5D5A-4586-AF75-C14CCC13CCC8}"/>
              </a:ext>
            </a:extLst>
          </p:cNvPr>
          <p:cNvSpPr>
            <a:spLocks noGrp="1"/>
          </p:cNvSpPr>
          <p:nvPr>
            <p:ph type="dt" sz="half" idx="10"/>
          </p:nvPr>
        </p:nvSpPr>
        <p:spPr/>
        <p:txBody>
          <a:bodyPr/>
          <a:lstStyle/>
          <a:p>
            <a:fld id="{39585330-7B51-48BA-AA87-F2713FA052D5}" type="datetimeFigureOut">
              <a:rPr lang="en-US" smtClean="0"/>
              <a:t>11/21/2021</a:t>
            </a:fld>
            <a:endParaRPr lang="en-US"/>
          </a:p>
        </p:txBody>
      </p:sp>
      <p:sp>
        <p:nvSpPr>
          <p:cNvPr id="5" name="Footer Placeholder 4">
            <a:extLst>
              <a:ext uri="{FF2B5EF4-FFF2-40B4-BE49-F238E27FC236}">
                <a16:creationId xmlns:a16="http://schemas.microsoft.com/office/drawing/2014/main" id="{E266A196-78DD-4E00-9BBA-6A8B4974CC8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9EE80F2-1A93-499C-9B9E-88E1E52E42E3}"/>
              </a:ext>
            </a:extLst>
          </p:cNvPr>
          <p:cNvSpPr>
            <a:spLocks noGrp="1"/>
          </p:cNvSpPr>
          <p:nvPr>
            <p:ph type="sldNum" sz="quarter" idx="12"/>
          </p:nvPr>
        </p:nvSpPr>
        <p:spPr/>
        <p:txBody>
          <a:bodyPr/>
          <a:lstStyle/>
          <a:p>
            <a:fld id="{0C5C0568-A877-4929-A966-4F82B9CD07A7}" type="slidenum">
              <a:rPr lang="en-US" smtClean="0"/>
              <a:t>‹#›</a:t>
            </a:fld>
            <a:endParaRPr lang="en-US"/>
          </a:p>
        </p:txBody>
      </p:sp>
    </p:spTree>
    <p:extLst>
      <p:ext uri="{BB962C8B-B14F-4D97-AF65-F5344CB8AC3E}">
        <p14:creationId xmlns:p14="http://schemas.microsoft.com/office/powerpoint/2010/main" val="7091270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061B06-FE1C-4194-A7DE-F4250A6B439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7A9C80EF-E7F2-4157-882B-F572ADD8210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1B7E5DE-42D5-45DC-862D-4C81382F740C}"/>
              </a:ext>
            </a:extLst>
          </p:cNvPr>
          <p:cNvSpPr>
            <a:spLocks noGrp="1"/>
          </p:cNvSpPr>
          <p:nvPr>
            <p:ph type="dt" sz="half" idx="10"/>
          </p:nvPr>
        </p:nvSpPr>
        <p:spPr/>
        <p:txBody>
          <a:bodyPr/>
          <a:lstStyle/>
          <a:p>
            <a:fld id="{39585330-7B51-48BA-AA87-F2713FA052D5}" type="datetimeFigureOut">
              <a:rPr lang="en-US" smtClean="0"/>
              <a:t>11/21/2021</a:t>
            </a:fld>
            <a:endParaRPr lang="en-US"/>
          </a:p>
        </p:txBody>
      </p:sp>
      <p:sp>
        <p:nvSpPr>
          <p:cNvPr id="5" name="Footer Placeholder 4">
            <a:extLst>
              <a:ext uri="{FF2B5EF4-FFF2-40B4-BE49-F238E27FC236}">
                <a16:creationId xmlns:a16="http://schemas.microsoft.com/office/drawing/2014/main" id="{3B926080-BCD8-4829-BF56-E3F79CDAE2E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A7E9A65-CF34-47C7-A24E-EC4D03E93F08}"/>
              </a:ext>
            </a:extLst>
          </p:cNvPr>
          <p:cNvSpPr>
            <a:spLocks noGrp="1"/>
          </p:cNvSpPr>
          <p:nvPr>
            <p:ph type="sldNum" sz="quarter" idx="12"/>
          </p:nvPr>
        </p:nvSpPr>
        <p:spPr/>
        <p:txBody>
          <a:bodyPr/>
          <a:lstStyle/>
          <a:p>
            <a:fld id="{0C5C0568-A877-4929-A966-4F82B9CD07A7}" type="slidenum">
              <a:rPr lang="en-US" smtClean="0"/>
              <a:t>‹#›</a:t>
            </a:fld>
            <a:endParaRPr lang="en-US"/>
          </a:p>
        </p:txBody>
      </p:sp>
    </p:spTree>
    <p:extLst>
      <p:ext uri="{BB962C8B-B14F-4D97-AF65-F5344CB8AC3E}">
        <p14:creationId xmlns:p14="http://schemas.microsoft.com/office/powerpoint/2010/main" val="37641913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27A666-C1D4-4D09-BFE3-E9C67AC83EE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06FBC63-4650-470E-BD3A-7CD9EEA03ED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69E70A6-2FE0-470F-A78E-6A439052E5D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9394CF9-D268-4173-B742-F17603C52F5E}"/>
              </a:ext>
            </a:extLst>
          </p:cNvPr>
          <p:cNvSpPr>
            <a:spLocks noGrp="1"/>
          </p:cNvSpPr>
          <p:nvPr>
            <p:ph type="dt" sz="half" idx="10"/>
          </p:nvPr>
        </p:nvSpPr>
        <p:spPr/>
        <p:txBody>
          <a:bodyPr/>
          <a:lstStyle/>
          <a:p>
            <a:fld id="{39585330-7B51-48BA-AA87-F2713FA052D5}" type="datetimeFigureOut">
              <a:rPr lang="en-US" smtClean="0"/>
              <a:t>11/21/2021</a:t>
            </a:fld>
            <a:endParaRPr lang="en-US"/>
          </a:p>
        </p:txBody>
      </p:sp>
      <p:sp>
        <p:nvSpPr>
          <p:cNvPr id="6" name="Footer Placeholder 5">
            <a:extLst>
              <a:ext uri="{FF2B5EF4-FFF2-40B4-BE49-F238E27FC236}">
                <a16:creationId xmlns:a16="http://schemas.microsoft.com/office/drawing/2014/main" id="{43353A9B-55C5-4BF2-8F08-DF2EC1ECAFC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DCECEA2-FB18-4128-B1CC-7A6B1E2BBE66}"/>
              </a:ext>
            </a:extLst>
          </p:cNvPr>
          <p:cNvSpPr>
            <a:spLocks noGrp="1"/>
          </p:cNvSpPr>
          <p:nvPr>
            <p:ph type="sldNum" sz="quarter" idx="12"/>
          </p:nvPr>
        </p:nvSpPr>
        <p:spPr/>
        <p:txBody>
          <a:bodyPr/>
          <a:lstStyle/>
          <a:p>
            <a:fld id="{0C5C0568-A877-4929-A966-4F82B9CD07A7}" type="slidenum">
              <a:rPr lang="en-US" smtClean="0"/>
              <a:t>‹#›</a:t>
            </a:fld>
            <a:endParaRPr lang="en-US"/>
          </a:p>
        </p:txBody>
      </p:sp>
    </p:spTree>
    <p:extLst>
      <p:ext uri="{BB962C8B-B14F-4D97-AF65-F5344CB8AC3E}">
        <p14:creationId xmlns:p14="http://schemas.microsoft.com/office/powerpoint/2010/main" val="25488227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B201AC-39C4-47C8-A010-BA36EC2B0FD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2416A75-D608-47BD-AC9D-CAD98598020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E286C6D-31FE-464D-9FCF-F4B10E2D9B6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4751368-123E-4EE1-9104-3A885611517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CC625BB-4D01-445A-9646-916E1420C7B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1488A9B-66BA-4CD7-8700-AD443293A37F}"/>
              </a:ext>
            </a:extLst>
          </p:cNvPr>
          <p:cNvSpPr>
            <a:spLocks noGrp="1"/>
          </p:cNvSpPr>
          <p:nvPr>
            <p:ph type="dt" sz="half" idx="10"/>
          </p:nvPr>
        </p:nvSpPr>
        <p:spPr/>
        <p:txBody>
          <a:bodyPr/>
          <a:lstStyle/>
          <a:p>
            <a:fld id="{39585330-7B51-48BA-AA87-F2713FA052D5}" type="datetimeFigureOut">
              <a:rPr lang="en-US" smtClean="0"/>
              <a:t>11/21/2021</a:t>
            </a:fld>
            <a:endParaRPr lang="en-US"/>
          </a:p>
        </p:txBody>
      </p:sp>
      <p:sp>
        <p:nvSpPr>
          <p:cNvPr id="8" name="Footer Placeholder 7">
            <a:extLst>
              <a:ext uri="{FF2B5EF4-FFF2-40B4-BE49-F238E27FC236}">
                <a16:creationId xmlns:a16="http://schemas.microsoft.com/office/drawing/2014/main" id="{649C311C-E22B-42DB-99CF-26D598415CA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0460F75-4E7D-4A1B-BECB-C0453C88796C}"/>
              </a:ext>
            </a:extLst>
          </p:cNvPr>
          <p:cNvSpPr>
            <a:spLocks noGrp="1"/>
          </p:cNvSpPr>
          <p:nvPr>
            <p:ph type="sldNum" sz="quarter" idx="12"/>
          </p:nvPr>
        </p:nvSpPr>
        <p:spPr/>
        <p:txBody>
          <a:bodyPr/>
          <a:lstStyle/>
          <a:p>
            <a:fld id="{0C5C0568-A877-4929-A966-4F82B9CD07A7}" type="slidenum">
              <a:rPr lang="en-US" smtClean="0"/>
              <a:t>‹#›</a:t>
            </a:fld>
            <a:endParaRPr lang="en-US"/>
          </a:p>
        </p:txBody>
      </p:sp>
    </p:spTree>
    <p:extLst>
      <p:ext uri="{BB962C8B-B14F-4D97-AF65-F5344CB8AC3E}">
        <p14:creationId xmlns:p14="http://schemas.microsoft.com/office/powerpoint/2010/main" val="2006351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98BE5B-164E-4F22-B6BA-1BCF173E23A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619047C-9529-4D7B-B8CA-B6ACB81E7B0A}"/>
              </a:ext>
            </a:extLst>
          </p:cNvPr>
          <p:cNvSpPr>
            <a:spLocks noGrp="1"/>
          </p:cNvSpPr>
          <p:nvPr>
            <p:ph type="dt" sz="half" idx="10"/>
          </p:nvPr>
        </p:nvSpPr>
        <p:spPr/>
        <p:txBody>
          <a:bodyPr/>
          <a:lstStyle/>
          <a:p>
            <a:fld id="{39585330-7B51-48BA-AA87-F2713FA052D5}" type="datetimeFigureOut">
              <a:rPr lang="en-US" smtClean="0"/>
              <a:t>11/21/2021</a:t>
            </a:fld>
            <a:endParaRPr lang="en-US"/>
          </a:p>
        </p:txBody>
      </p:sp>
      <p:sp>
        <p:nvSpPr>
          <p:cNvPr id="4" name="Footer Placeholder 3">
            <a:extLst>
              <a:ext uri="{FF2B5EF4-FFF2-40B4-BE49-F238E27FC236}">
                <a16:creationId xmlns:a16="http://schemas.microsoft.com/office/drawing/2014/main" id="{84554977-C739-4703-98DB-2AD17B9113C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C8F58DD-AB22-43B3-889B-298EBB963C2C}"/>
              </a:ext>
            </a:extLst>
          </p:cNvPr>
          <p:cNvSpPr>
            <a:spLocks noGrp="1"/>
          </p:cNvSpPr>
          <p:nvPr>
            <p:ph type="sldNum" sz="quarter" idx="12"/>
          </p:nvPr>
        </p:nvSpPr>
        <p:spPr/>
        <p:txBody>
          <a:bodyPr/>
          <a:lstStyle/>
          <a:p>
            <a:fld id="{0C5C0568-A877-4929-A966-4F82B9CD07A7}" type="slidenum">
              <a:rPr lang="en-US" smtClean="0"/>
              <a:t>‹#›</a:t>
            </a:fld>
            <a:endParaRPr lang="en-US"/>
          </a:p>
        </p:txBody>
      </p:sp>
    </p:spTree>
    <p:extLst>
      <p:ext uri="{BB962C8B-B14F-4D97-AF65-F5344CB8AC3E}">
        <p14:creationId xmlns:p14="http://schemas.microsoft.com/office/powerpoint/2010/main" val="27496752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7452798-899D-49CF-87D8-8657FF773FBA}"/>
              </a:ext>
            </a:extLst>
          </p:cNvPr>
          <p:cNvSpPr>
            <a:spLocks noGrp="1"/>
          </p:cNvSpPr>
          <p:nvPr>
            <p:ph type="dt" sz="half" idx="10"/>
          </p:nvPr>
        </p:nvSpPr>
        <p:spPr/>
        <p:txBody>
          <a:bodyPr/>
          <a:lstStyle/>
          <a:p>
            <a:fld id="{39585330-7B51-48BA-AA87-F2713FA052D5}" type="datetimeFigureOut">
              <a:rPr lang="en-US" smtClean="0"/>
              <a:t>11/21/2021</a:t>
            </a:fld>
            <a:endParaRPr lang="en-US"/>
          </a:p>
        </p:txBody>
      </p:sp>
      <p:sp>
        <p:nvSpPr>
          <p:cNvPr id="3" name="Footer Placeholder 2">
            <a:extLst>
              <a:ext uri="{FF2B5EF4-FFF2-40B4-BE49-F238E27FC236}">
                <a16:creationId xmlns:a16="http://schemas.microsoft.com/office/drawing/2014/main" id="{DDD1937D-E491-48A2-97B1-DC6BD130220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F2B17F8-B36E-46A0-A896-B18139150399}"/>
              </a:ext>
            </a:extLst>
          </p:cNvPr>
          <p:cNvSpPr>
            <a:spLocks noGrp="1"/>
          </p:cNvSpPr>
          <p:nvPr>
            <p:ph type="sldNum" sz="quarter" idx="12"/>
          </p:nvPr>
        </p:nvSpPr>
        <p:spPr/>
        <p:txBody>
          <a:bodyPr/>
          <a:lstStyle/>
          <a:p>
            <a:fld id="{0C5C0568-A877-4929-A966-4F82B9CD07A7}" type="slidenum">
              <a:rPr lang="en-US" smtClean="0"/>
              <a:t>‹#›</a:t>
            </a:fld>
            <a:endParaRPr lang="en-US"/>
          </a:p>
        </p:txBody>
      </p:sp>
    </p:spTree>
    <p:extLst>
      <p:ext uri="{BB962C8B-B14F-4D97-AF65-F5344CB8AC3E}">
        <p14:creationId xmlns:p14="http://schemas.microsoft.com/office/powerpoint/2010/main" val="4453791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7B041F-BCB8-4268-8443-FA145BDB33E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F5218C1-396C-4389-84ED-2D5F885BEF0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7E65BC2-1444-4F30-B4A5-2FC325E3327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2A298F0-6CFA-403F-9981-73A4626A547C}"/>
              </a:ext>
            </a:extLst>
          </p:cNvPr>
          <p:cNvSpPr>
            <a:spLocks noGrp="1"/>
          </p:cNvSpPr>
          <p:nvPr>
            <p:ph type="dt" sz="half" idx="10"/>
          </p:nvPr>
        </p:nvSpPr>
        <p:spPr/>
        <p:txBody>
          <a:bodyPr/>
          <a:lstStyle/>
          <a:p>
            <a:fld id="{39585330-7B51-48BA-AA87-F2713FA052D5}" type="datetimeFigureOut">
              <a:rPr lang="en-US" smtClean="0"/>
              <a:t>11/21/2021</a:t>
            </a:fld>
            <a:endParaRPr lang="en-US"/>
          </a:p>
        </p:txBody>
      </p:sp>
      <p:sp>
        <p:nvSpPr>
          <p:cNvPr id="6" name="Footer Placeholder 5">
            <a:extLst>
              <a:ext uri="{FF2B5EF4-FFF2-40B4-BE49-F238E27FC236}">
                <a16:creationId xmlns:a16="http://schemas.microsoft.com/office/drawing/2014/main" id="{F4ABB3C9-8BD0-46FE-8CFF-DD9DC31D058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AF93476-380E-49BD-B2AB-4B447B011D99}"/>
              </a:ext>
            </a:extLst>
          </p:cNvPr>
          <p:cNvSpPr>
            <a:spLocks noGrp="1"/>
          </p:cNvSpPr>
          <p:nvPr>
            <p:ph type="sldNum" sz="quarter" idx="12"/>
          </p:nvPr>
        </p:nvSpPr>
        <p:spPr/>
        <p:txBody>
          <a:bodyPr/>
          <a:lstStyle/>
          <a:p>
            <a:fld id="{0C5C0568-A877-4929-A966-4F82B9CD07A7}" type="slidenum">
              <a:rPr lang="en-US" smtClean="0"/>
              <a:t>‹#›</a:t>
            </a:fld>
            <a:endParaRPr lang="en-US"/>
          </a:p>
        </p:txBody>
      </p:sp>
    </p:spTree>
    <p:extLst>
      <p:ext uri="{BB962C8B-B14F-4D97-AF65-F5344CB8AC3E}">
        <p14:creationId xmlns:p14="http://schemas.microsoft.com/office/powerpoint/2010/main" val="18932668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531600-7443-40D5-9B60-813F0C031A7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C24502C-78FF-4DF3-8A05-7B4CE357057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3BA95E3-F42A-4246-9842-EDED78458FB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F713D81-A437-4DFE-8DD5-87B5AC993E00}"/>
              </a:ext>
            </a:extLst>
          </p:cNvPr>
          <p:cNvSpPr>
            <a:spLocks noGrp="1"/>
          </p:cNvSpPr>
          <p:nvPr>
            <p:ph type="dt" sz="half" idx="10"/>
          </p:nvPr>
        </p:nvSpPr>
        <p:spPr/>
        <p:txBody>
          <a:bodyPr/>
          <a:lstStyle/>
          <a:p>
            <a:fld id="{39585330-7B51-48BA-AA87-F2713FA052D5}" type="datetimeFigureOut">
              <a:rPr lang="en-US" smtClean="0"/>
              <a:t>11/21/2021</a:t>
            </a:fld>
            <a:endParaRPr lang="en-US"/>
          </a:p>
        </p:txBody>
      </p:sp>
      <p:sp>
        <p:nvSpPr>
          <p:cNvPr id="6" name="Footer Placeholder 5">
            <a:extLst>
              <a:ext uri="{FF2B5EF4-FFF2-40B4-BE49-F238E27FC236}">
                <a16:creationId xmlns:a16="http://schemas.microsoft.com/office/drawing/2014/main" id="{CFC651B5-8E1D-4B2F-8757-67484DC37DB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FD59736-219B-4B4F-9F46-9CFAD9F86285}"/>
              </a:ext>
            </a:extLst>
          </p:cNvPr>
          <p:cNvSpPr>
            <a:spLocks noGrp="1"/>
          </p:cNvSpPr>
          <p:nvPr>
            <p:ph type="sldNum" sz="quarter" idx="12"/>
          </p:nvPr>
        </p:nvSpPr>
        <p:spPr/>
        <p:txBody>
          <a:bodyPr/>
          <a:lstStyle/>
          <a:p>
            <a:fld id="{0C5C0568-A877-4929-A966-4F82B9CD07A7}" type="slidenum">
              <a:rPr lang="en-US" smtClean="0"/>
              <a:t>‹#›</a:t>
            </a:fld>
            <a:endParaRPr lang="en-US"/>
          </a:p>
        </p:txBody>
      </p:sp>
    </p:spTree>
    <p:extLst>
      <p:ext uri="{BB962C8B-B14F-4D97-AF65-F5344CB8AC3E}">
        <p14:creationId xmlns:p14="http://schemas.microsoft.com/office/powerpoint/2010/main" val="15548265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C09528-6711-4328-93F5-0ACA48D328D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B142130-CFC4-419E-8756-37EFD042CC4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DE42CA6-7709-4F79-9C4E-58A8FC26186E}"/>
              </a:ext>
            </a:extLst>
          </p:cNvPr>
          <p:cNvSpPr>
            <a:spLocks noGrp="1"/>
          </p:cNvSpPr>
          <p:nvPr>
            <p:ph type="dt" sz="half" idx="10"/>
          </p:nvPr>
        </p:nvSpPr>
        <p:spPr/>
        <p:txBody>
          <a:bodyPr/>
          <a:lstStyle/>
          <a:p>
            <a:fld id="{39585330-7B51-48BA-AA87-F2713FA052D5}" type="datetimeFigureOut">
              <a:rPr lang="en-US" smtClean="0"/>
              <a:t>11/21/2021</a:t>
            </a:fld>
            <a:endParaRPr lang="en-US"/>
          </a:p>
        </p:txBody>
      </p:sp>
      <p:sp>
        <p:nvSpPr>
          <p:cNvPr id="5" name="Footer Placeholder 4">
            <a:extLst>
              <a:ext uri="{FF2B5EF4-FFF2-40B4-BE49-F238E27FC236}">
                <a16:creationId xmlns:a16="http://schemas.microsoft.com/office/drawing/2014/main" id="{927E83D0-D6E7-49BF-A181-B77AB3D056E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A1D55D5-9EA0-479D-8A76-6061858295EE}"/>
              </a:ext>
            </a:extLst>
          </p:cNvPr>
          <p:cNvSpPr>
            <a:spLocks noGrp="1"/>
          </p:cNvSpPr>
          <p:nvPr>
            <p:ph type="sldNum" sz="quarter" idx="12"/>
          </p:nvPr>
        </p:nvSpPr>
        <p:spPr/>
        <p:txBody>
          <a:bodyPr/>
          <a:lstStyle/>
          <a:p>
            <a:fld id="{0C5C0568-A877-4929-A966-4F82B9CD07A7}" type="slidenum">
              <a:rPr lang="en-US" smtClean="0"/>
              <a:t>‹#›</a:t>
            </a:fld>
            <a:endParaRPr lang="en-US"/>
          </a:p>
        </p:txBody>
      </p:sp>
    </p:spTree>
    <p:extLst>
      <p:ext uri="{BB962C8B-B14F-4D97-AF65-F5344CB8AC3E}">
        <p14:creationId xmlns:p14="http://schemas.microsoft.com/office/powerpoint/2010/main" val="16899461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298E8E9-20C5-42A0-94F4-4C8D0E92456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0A795C1-5312-4282-A7EE-65F48B4536F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4308297-C754-4520-A3FB-60845062C723}"/>
              </a:ext>
            </a:extLst>
          </p:cNvPr>
          <p:cNvSpPr>
            <a:spLocks noGrp="1"/>
          </p:cNvSpPr>
          <p:nvPr>
            <p:ph type="dt" sz="half" idx="10"/>
          </p:nvPr>
        </p:nvSpPr>
        <p:spPr/>
        <p:txBody>
          <a:bodyPr/>
          <a:lstStyle/>
          <a:p>
            <a:fld id="{39585330-7B51-48BA-AA87-F2713FA052D5}" type="datetimeFigureOut">
              <a:rPr lang="en-US" smtClean="0"/>
              <a:t>11/21/2021</a:t>
            </a:fld>
            <a:endParaRPr lang="en-US"/>
          </a:p>
        </p:txBody>
      </p:sp>
      <p:sp>
        <p:nvSpPr>
          <p:cNvPr id="5" name="Footer Placeholder 4">
            <a:extLst>
              <a:ext uri="{FF2B5EF4-FFF2-40B4-BE49-F238E27FC236}">
                <a16:creationId xmlns:a16="http://schemas.microsoft.com/office/drawing/2014/main" id="{9BB096E7-FCC8-4F78-8C7C-CC3BC6C3B44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41B2D6E-5BF4-4DF8-B6BE-A49169C56641}"/>
              </a:ext>
            </a:extLst>
          </p:cNvPr>
          <p:cNvSpPr>
            <a:spLocks noGrp="1"/>
          </p:cNvSpPr>
          <p:nvPr>
            <p:ph type="sldNum" sz="quarter" idx="12"/>
          </p:nvPr>
        </p:nvSpPr>
        <p:spPr/>
        <p:txBody>
          <a:bodyPr/>
          <a:lstStyle/>
          <a:p>
            <a:fld id="{0C5C0568-A877-4929-A966-4F82B9CD07A7}" type="slidenum">
              <a:rPr lang="en-US" smtClean="0"/>
              <a:t>‹#›</a:t>
            </a:fld>
            <a:endParaRPr lang="en-US"/>
          </a:p>
        </p:txBody>
      </p:sp>
    </p:spTree>
    <p:extLst>
      <p:ext uri="{BB962C8B-B14F-4D97-AF65-F5344CB8AC3E}">
        <p14:creationId xmlns:p14="http://schemas.microsoft.com/office/powerpoint/2010/main" val="37592247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FF2703B-9141-45F1-926E-00E5A7FE8A6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FC58030-372E-47F3-92CF-4834A70ADD0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A788E1C-60FE-4536-8C11-DB365266060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9585330-7B51-48BA-AA87-F2713FA052D5}" type="datetimeFigureOut">
              <a:rPr lang="en-US" smtClean="0"/>
              <a:t>11/21/2021</a:t>
            </a:fld>
            <a:endParaRPr lang="en-US"/>
          </a:p>
        </p:txBody>
      </p:sp>
      <p:sp>
        <p:nvSpPr>
          <p:cNvPr id="5" name="Footer Placeholder 4">
            <a:extLst>
              <a:ext uri="{FF2B5EF4-FFF2-40B4-BE49-F238E27FC236}">
                <a16:creationId xmlns:a16="http://schemas.microsoft.com/office/drawing/2014/main" id="{5EC50B48-3161-458D-8847-CF4279683EC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E0ABF7C9-62AD-4606-BFB4-7FFF1AF4855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C5C0568-A877-4929-A966-4F82B9CD07A7}" type="slidenum">
              <a:rPr lang="en-US" smtClean="0"/>
              <a:t>‹#›</a:t>
            </a:fld>
            <a:endParaRPr lang="en-US"/>
          </a:p>
        </p:txBody>
      </p:sp>
    </p:spTree>
    <p:extLst>
      <p:ext uri="{BB962C8B-B14F-4D97-AF65-F5344CB8AC3E}">
        <p14:creationId xmlns:p14="http://schemas.microsoft.com/office/powerpoint/2010/main" val="234799392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1C3D89-F3AB-4097-8586-84BFC8FAF748}"/>
              </a:ext>
            </a:extLst>
          </p:cNvPr>
          <p:cNvSpPr>
            <a:spLocks noGrp="1"/>
          </p:cNvSpPr>
          <p:nvPr>
            <p:ph type="ctrTitle"/>
          </p:nvPr>
        </p:nvSpPr>
        <p:spPr>
          <a:xfrm>
            <a:off x="1524000" y="1122363"/>
            <a:ext cx="9144000" cy="1026033"/>
          </a:xfrm>
        </p:spPr>
        <p:txBody>
          <a:bodyPr/>
          <a:lstStyle/>
          <a:p>
            <a:r>
              <a:rPr lang="en-US" dirty="0"/>
              <a:t>Table of Contents</a:t>
            </a:r>
          </a:p>
        </p:txBody>
      </p:sp>
      <p:sp>
        <p:nvSpPr>
          <p:cNvPr id="3" name="Subtitle 2">
            <a:extLst>
              <a:ext uri="{FF2B5EF4-FFF2-40B4-BE49-F238E27FC236}">
                <a16:creationId xmlns:a16="http://schemas.microsoft.com/office/drawing/2014/main" id="{782010FC-D6BA-428A-8D19-F0BA718AA18F}"/>
              </a:ext>
            </a:extLst>
          </p:cNvPr>
          <p:cNvSpPr>
            <a:spLocks noGrp="1"/>
          </p:cNvSpPr>
          <p:nvPr>
            <p:ph type="subTitle" idx="1"/>
          </p:nvPr>
        </p:nvSpPr>
        <p:spPr>
          <a:xfrm>
            <a:off x="1524000" y="2086252"/>
            <a:ext cx="9144000" cy="4500979"/>
          </a:xfrm>
        </p:spPr>
        <p:txBody>
          <a:bodyPr>
            <a:normAutofit fontScale="92500" lnSpcReduction="10000"/>
          </a:bodyPr>
          <a:lstStyle/>
          <a:p>
            <a:pPr algn="l"/>
            <a:r>
              <a:rPr lang="en-US" u="sng" dirty="0"/>
              <a:t>How to add a </a:t>
            </a:r>
            <a:r>
              <a:rPr lang="en-US" dirty="0"/>
              <a:t>:</a:t>
            </a:r>
          </a:p>
          <a:p>
            <a:pPr algn="l"/>
            <a:r>
              <a:rPr lang="en-US" dirty="0"/>
              <a:t>-name to the application {Slide # 4-5}</a:t>
            </a:r>
          </a:p>
          <a:p>
            <a:pPr algn="l"/>
            <a:r>
              <a:rPr lang="en-US" dirty="0"/>
              <a:t>-serial number to the application {Slide # 6-7}</a:t>
            </a:r>
          </a:p>
          <a:p>
            <a:pPr algn="l"/>
            <a:r>
              <a:rPr lang="en-US" dirty="0"/>
              <a:t>-value to the application {Slide # 8-9}</a:t>
            </a:r>
          </a:p>
          <a:p>
            <a:pPr algn="l"/>
            <a:r>
              <a:rPr lang="en-US" u="sng" dirty="0"/>
              <a:t>How to edit a :</a:t>
            </a:r>
          </a:p>
          <a:p>
            <a:pPr algn="l"/>
            <a:r>
              <a:rPr lang="en-US" dirty="0"/>
              <a:t>-name in the application {Slide # 10-11}</a:t>
            </a:r>
          </a:p>
          <a:p>
            <a:pPr algn="l"/>
            <a:r>
              <a:rPr lang="en-US" dirty="0"/>
              <a:t>-serial number in the application {Slide # 12-13}</a:t>
            </a:r>
          </a:p>
          <a:p>
            <a:pPr algn="l"/>
            <a:r>
              <a:rPr lang="en-US" dirty="0"/>
              <a:t>-value in the application {Slide # 14-15}</a:t>
            </a:r>
          </a:p>
          <a:p>
            <a:pPr algn="l"/>
            <a:r>
              <a:rPr lang="en-US" u="sng" dirty="0"/>
              <a:t>How to remove :</a:t>
            </a:r>
          </a:p>
          <a:p>
            <a:pPr algn="l"/>
            <a:r>
              <a:rPr lang="en-US" dirty="0"/>
              <a:t>-a single item from the list {Slide # 16-17}</a:t>
            </a:r>
          </a:p>
          <a:p>
            <a:pPr algn="l"/>
            <a:r>
              <a:rPr lang="en-US" dirty="0"/>
              <a:t>-all items from the list {Slide # 18}</a:t>
            </a:r>
          </a:p>
          <a:p>
            <a:pPr algn="l"/>
            <a:endParaRPr lang="en-US" dirty="0"/>
          </a:p>
        </p:txBody>
      </p:sp>
    </p:spTree>
    <p:extLst>
      <p:ext uri="{BB962C8B-B14F-4D97-AF65-F5344CB8AC3E}">
        <p14:creationId xmlns:p14="http://schemas.microsoft.com/office/powerpoint/2010/main" val="220642962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1C3D89-F3AB-4097-8586-84BFC8FAF748}"/>
              </a:ext>
            </a:extLst>
          </p:cNvPr>
          <p:cNvSpPr>
            <a:spLocks noGrp="1"/>
          </p:cNvSpPr>
          <p:nvPr>
            <p:ph type="ctrTitle"/>
          </p:nvPr>
        </p:nvSpPr>
        <p:spPr>
          <a:xfrm>
            <a:off x="1524000" y="1122363"/>
            <a:ext cx="9144000" cy="1026033"/>
          </a:xfrm>
        </p:spPr>
        <p:txBody>
          <a:bodyPr/>
          <a:lstStyle/>
          <a:p>
            <a:r>
              <a:rPr lang="en-US" dirty="0"/>
              <a:t>Table of Contents Continued</a:t>
            </a:r>
          </a:p>
        </p:txBody>
      </p:sp>
      <p:sp>
        <p:nvSpPr>
          <p:cNvPr id="3" name="Subtitle 2">
            <a:extLst>
              <a:ext uri="{FF2B5EF4-FFF2-40B4-BE49-F238E27FC236}">
                <a16:creationId xmlns:a16="http://schemas.microsoft.com/office/drawing/2014/main" id="{782010FC-D6BA-428A-8D19-F0BA718AA18F}"/>
              </a:ext>
            </a:extLst>
          </p:cNvPr>
          <p:cNvSpPr>
            <a:spLocks noGrp="1"/>
          </p:cNvSpPr>
          <p:nvPr>
            <p:ph type="subTitle" idx="1"/>
          </p:nvPr>
        </p:nvSpPr>
        <p:spPr>
          <a:xfrm>
            <a:off x="1524000" y="2086252"/>
            <a:ext cx="9144000" cy="4500979"/>
          </a:xfrm>
        </p:spPr>
        <p:txBody>
          <a:bodyPr>
            <a:normAutofit/>
          </a:bodyPr>
          <a:lstStyle/>
          <a:p>
            <a:pPr algn="l"/>
            <a:r>
              <a:rPr lang="en-US" u="sng" dirty="0"/>
              <a:t>How to sort by</a:t>
            </a:r>
            <a:r>
              <a:rPr lang="en-US" dirty="0"/>
              <a:t>:</a:t>
            </a:r>
          </a:p>
          <a:p>
            <a:pPr algn="l"/>
            <a:r>
              <a:rPr lang="en-US" dirty="0"/>
              <a:t>-name {Slide # 19}</a:t>
            </a:r>
          </a:p>
          <a:p>
            <a:pPr algn="l"/>
            <a:r>
              <a:rPr lang="en-US" dirty="0"/>
              <a:t>-serial number {Slide # 20}</a:t>
            </a:r>
          </a:p>
          <a:p>
            <a:pPr algn="l"/>
            <a:r>
              <a:rPr lang="en-US" dirty="0"/>
              <a:t>-value {Slide # 21}</a:t>
            </a:r>
          </a:p>
          <a:p>
            <a:pPr algn="l"/>
            <a:r>
              <a:rPr lang="en-US" u="sng" dirty="0"/>
              <a:t>How to search by</a:t>
            </a:r>
            <a:r>
              <a:rPr lang="en-US" dirty="0"/>
              <a:t>:</a:t>
            </a:r>
          </a:p>
          <a:p>
            <a:pPr algn="l"/>
            <a:r>
              <a:rPr lang="en-US" dirty="0"/>
              <a:t>-name {Slide # 22}</a:t>
            </a:r>
          </a:p>
          <a:p>
            <a:pPr algn="l"/>
            <a:r>
              <a:rPr lang="en-US" dirty="0"/>
              <a:t>-serial number {Slide # 23}</a:t>
            </a:r>
          </a:p>
          <a:p>
            <a:pPr algn="l"/>
            <a:endParaRPr lang="en-US" dirty="0"/>
          </a:p>
          <a:p>
            <a:pPr algn="l"/>
            <a:endParaRPr lang="en-US" dirty="0"/>
          </a:p>
        </p:txBody>
      </p:sp>
    </p:spTree>
    <p:extLst>
      <p:ext uri="{BB962C8B-B14F-4D97-AF65-F5344CB8AC3E}">
        <p14:creationId xmlns:p14="http://schemas.microsoft.com/office/powerpoint/2010/main" val="32740891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1C3D89-F3AB-4097-8586-84BFC8FAF748}"/>
              </a:ext>
            </a:extLst>
          </p:cNvPr>
          <p:cNvSpPr>
            <a:spLocks noGrp="1"/>
          </p:cNvSpPr>
          <p:nvPr>
            <p:ph type="ctrTitle"/>
          </p:nvPr>
        </p:nvSpPr>
        <p:spPr>
          <a:xfrm>
            <a:off x="1524000" y="1122363"/>
            <a:ext cx="9144000" cy="1026033"/>
          </a:xfrm>
        </p:spPr>
        <p:txBody>
          <a:bodyPr/>
          <a:lstStyle/>
          <a:p>
            <a:r>
              <a:rPr lang="en-US" dirty="0"/>
              <a:t>Table of Contents Continued</a:t>
            </a:r>
          </a:p>
        </p:txBody>
      </p:sp>
      <p:sp>
        <p:nvSpPr>
          <p:cNvPr id="3" name="Subtitle 2">
            <a:extLst>
              <a:ext uri="{FF2B5EF4-FFF2-40B4-BE49-F238E27FC236}">
                <a16:creationId xmlns:a16="http://schemas.microsoft.com/office/drawing/2014/main" id="{782010FC-D6BA-428A-8D19-F0BA718AA18F}"/>
              </a:ext>
            </a:extLst>
          </p:cNvPr>
          <p:cNvSpPr>
            <a:spLocks noGrp="1"/>
          </p:cNvSpPr>
          <p:nvPr>
            <p:ph type="subTitle" idx="1"/>
          </p:nvPr>
        </p:nvSpPr>
        <p:spPr>
          <a:xfrm>
            <a:off x="1524000" y="2086252"/>
            <a:ext cx="9144000" cy="4500979"/>
          </a:xfrm>
        </p:spPr>
        <p:txBody>
          <a:bodyPr>
            <a:normAutofit/>
          </a:bodyPr>
          <a:lstStyle/>
          <a:p>
            <a:pPr algn="l"/>
            <a:r>
              <a:rPr lang="en-US" u="sng" dirty="0"/>
              <a:t>How to save to a</a:t>
            </a:r>
            <a:r>
              <a:rPr lang="en-US" dirty="0"/>
              <a:t>:</a:t>
            </a:r>
          </a:p>
          <a:p>
            <a:pPr algn="l"/>
            <a:r>
              <a:rPr lang="en-US" dirty="0"/>
              <a:t>-TSV file {Slide # 24-26}</a:t>
            </a:r>
          </a:p>
          <a:p>
            <a:pPr algn="l"/>
            <a:r>
              <a:rPr lang="en-US" dirty="0"/>
              <a:t>-HTML file {Slide # 27-29}</a:t>
            </a:r>
          </a:p>
          <a:p>
            <a:pPr algn="l"/>
            <a:r>
              <a:rPr lang="en-US" dirty="0"/>
              <a:t>-JSON file {Slide # 4}</a:t>
            </a:r>
          </a:p>
          <a:p>
            <a:pPr algn="l"/>
            <a:r>
              <a:rPr lang="en-US" u="sng" dirty="0"/>
              <a:t>How to load a</a:t>
            </a:r>
            <a:r>
              <a:rPr lang="en-US" dirty="0"/>
              <a:t>:</a:t>
            </a:r>
          </a:p>
          <a:p>
            <a:pPr algn="l"/>
            <a:r>
              <a:rPr lang="en-US" dirty="0"/>
              <a:t>-TSV file {Slide # 33-34}</a:t>
            </a:r>
          </a:p>
          <a:p>
            <a:pPr algn="l"/>
            <a:r>
              <a:rPr lang="en-US" dirty="0"/>
              <a:t>-HTML file {Slide # 35-36}</a:t>
            </a:r>
          </a:p>
          <a:p>
            <a:pPr algn="l"/>
            <a:r>
              <a:rPr lang="en-US" dirty="0"/>
              <a:t>-JSON file {Slide # 37-38}</a:t>
            </a:r>
          </a:p>
          <a:p>
            <a:pPr algn="l"/>
            <a:endParaRPr lang="en-US" dirty="0"/>
          </a:p>
          <a:p>
            <a:pPr algn="l"/>
            <a:endParaRPr lang="en-US" dirty="0"/>
          </a:p>
        </p:txBody>
      </p:sp>
    </p:spTree>
    <p:extLst>
      <p:ext uri="{BB962C8B-B14F-4D97-AF65-F5344CB8AC3E}">
        <p14:creationId xmlns:p14="http://schemas.microsoft.com/office/powerpoint/2010/main" val="35797143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17E613-0771-4EF0-8CE5-5C5D8118789F}"/>
              </a:ext>
            </a:extLst>
          </p:cNvPr>
          <p:cNvSpPr>
            <a:spLocks noGrp="1"/>
          </p:cNvSpPr>
          <p:nvPr>
            <p:ph type="title"/>
          </p:nvPr>
        </p:nvSpPr>
        <p:spPr/>
        <p:txBody>
          <a:bodyPr/>
          <a:lstStyle/>
          <a:p>
            <a:r>
              <a:rPr lang="en-US" dirty="0"/>
              <a:t>Adding a Name</a:t>
            </a:r>
          </a:p>
        </p:txBody>
      </p:sp>
      <p:sp>
        <p:nvSpPr>
          <p:cNvPr id="3" name="Content Placeholder 2">
            <a:extLst>
              <a:ext uri="{FF2B5EF4-FFF2-40B4-BE49-F238E27FC236}">
                <a16:creationId xmlns:a16="http://schemas.microsoft.com/office/drawing/2014/main" id="{4FC1291F-9E1F-4FBC-AF81-BF52456650C9}"/>
              </a:ext>
            </a:extLst>
          </p:cNvPr>
          <p:cNvSpPr>
            <a:spLocks noGrp="1"/>
          </p:cNvSpPr>
          <p:nvPr>
            <p:ph idx="1"/>
          </p:nvPr>
        </p:nvSpPr>
        <p:spPr/>
        <p:txBody>
          <a:bodyPr/>
          <a:lstStyle/>
          <a:p>
            <a:r>
              <a:rPr lang="en-US" dirty="0"/>
              <a:t>Step 1 : Type a name that is at least two characters long and less than 256 characters inside the name textbox. </a:t>
            </a:r>
          </a:p>
          <a:p>
            <a:r>
              <a:rPr lang="en-US" dirty="0"/>
              <a:t>Step 2 : Ensure that the serial number and value text field are filled in</a:t>
            </a:r>
          </a:p>
          <a:p>
            <a:pPr marL="0" indent="0">
              <a:buNone/>
            </a:pPr>
            <a:r>
              <a:rPr lang="en-US" dirty="0"/>
              <a:t>else an error will occur.</a:t>
            </a:r>
          </a:p>
          <a:p>
            <a:r>
              <a:rPr lang="en-US" dirty="0"/>
              <a:t>Step 3: Click Add new item button</a:t>
            </a:r>
          </a:p>
          <a:p>
            <a:pPr marL="0" indent="0">
              <a:buNone/>
            </a:pPr>
            <a:endParaRPr lang="en-US" dirty="0"/>
          </a:p>
        </p:txBody>
      </p:sp>
    </p:spTree>
    <p:extLst>
      <p:ext uri="{BB962C8B-B14F-4D97-AF65-F5344CB8AC3E}">
        <p14:creationId xmlns:p14="http://schemas.microsoft.com/office/powerpoint/2010/main" val="14477127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FA35EE-6F2A-4B53-ACE4-4F0295E05580}"/>
              </a:ext>
            </a:extLst>
          </p:cNvPr>
          <p:cNvSpPr>
            <a:spLocks noGrp="1"/>
          </p:cNvSpPr>
          <p:nvPr>
            <p:ph type="title"/>
          </p:nvPr>
        </p:nvSpPr>
        <p:spPr/>
        <p:txBody>
          <a:bodyPr/>
          <a:lstStyle/>
          <a:p>
            <a:r>
              <a:rPr lang="en-US" dirty="0"/>
              <a:t>Adding a Name Example</a:t>
            </a:r>
          </a:p>
        </p:txBody>
      </p:sp>
      <p:pic>
        <p:nvPicPr>
          <p:cNvPr id="4" name="Content Placeholder 3">
            <a:extLst>
              <a:ext uri="{FF2B5EF4-FFF2-40B4-BE49-F238E27FC236}">
                <a16:creationId xmlns:a16="http://schemas.microsoft.com/office/drawing/2014/main" id="{2248D95D-B832-430A-93D8-8C478CA7AF12}"/>
              </a:ext>
            </a:extLst>
          </p:cNvPr>
          <p:cNvPicPr>
            <a:picLocks noGrp="1" noChangeAspect="1"/>
          </p:cNvPicPr>
          <p:nvPr>
            <p:ph idx="1"/>
          </p:nvPr>
        </p:nvPicPr>
        <p:blipFill>
          <a:blip r:embed="rId2"/>
          <a:stretch>
            <a:fillRect/>
          </a:stretch>
        </p:blipFill>
        <p:spPr>
          <a:xfrm>
            <a:off x="838200" y="1841667"/>
            <a:ext cx="5819274" cy="4351338"/>
          </a:xfrm>
          <a:prstGeom prst="rect">
            <a:avLst/>
          </a:prstGeom>
        </p:spPr>
      </p:pic>
      <p:sp>
        <p:nvSpPr>
          <p:cNvPr id="5" name="TextBox 4">
            <a:extLst>
              <a:ext uri="{FF2B5EF4-FFF2-40B4-BE49-F238E27FC236}">
                <a16:creationId xmlns:a16="http://schemas.microsoft.com/office/drawing/2014/main" id="{1E021F38-D7EA-4039-834A-A6D17BC275D8}"/>
              </a:ext>
            </a:extLst>
          </p:cNvPr>
          <p:cNvSpPr txBox="1"/>
          <p:nvPr/>
        </p:nvSpPr>
        <p:spPr>
          <a:xfrm>
            <a:off x="838199" y="1472335"/>
            <a:ext cx="1167063" cy="369332"/>
          </a:xfrm>
          <a:prstGeom prst="rect">
            <a:avLst/>
          </a:prstGeom>
          <a:noFill/>
        </p:spPr>
        <p:txBody>
          <a:bodyPr wrap="square" rtlCol="0">
            <a:spAutoFit/>
          </a:bodyPr>
          <a:lstStyle/>
          <a:p>
            <a:r>
              <a:rPr lang="en-US" dirty="0"/>
              <a:t>Step 1 &amp; 2</a:t>
            </a:r>
          </a:p>
        </p:txBody>
      </p:sp>
      <p:pic>
        <p:nvPicPr>
          <p:cNvPr id="7" name="Picture 6">
            <a:extLst>
              <a:ext uri="{FF2B5EF4-FFF2-40B4-BE49-F238E27FC236}">
                <a16:creationId xmlns:a16="http://schemas.microsoft.com/office/drawing/2014/main" id="{25E3867E-DC1A-46F8-AC19-87E34E0B7390}"/>
              </a:ext>
            </a:extLst>
          </p:cNvPr>
          <p:cNvPicPr>
            <a:picLocks noChangeAspect="1"/>
          </p:cNvPicPr>
          <p:nvPr/>
        </p:nvPicPr>
        <p:blipFill>
          <a:blip r:embed="rId3"/>
          <a:stretch>
            <a:fillRect/>
          </a:stretch>
        </p:blipFill>
        <p:spPr>
          <a:xfrm>
            <a:off x="6657475" y="1841667"/>
            <a:ext cx="5534526" cy="4351338"/>
          </a:xfrm>
          <a:prstGeom prst="rect">
            <a:avLst/>
          </a:prstGeom>
        </p:spPr>
      </p:pic>
      <p:sp>
        <p:nvSpPr>
          <p:cNvPr id="11" name="TextBox 10">
            <a:extLst>
              <a:ext uri="{FF2B5EF4-FFF2-40B4-BE49-F238E27FC236}">
                <a16:creationId xmlns:a16="http://schemas.microsoft.com/office/drawing/2014/main" id="{8A7BD5E2-4CF1-42A2-BBEB-3DF9B990C9DC}"/>
              </a:ext>
            </a:extLst>
          </p:cNvPr>
          <p:cNvSpPr txBox="1"/>
          <p:nvPr/>
        </p:nvSpPr>
        <p:spPr>
          <a:xfrm>
            <a:off x="7206791" y="1472335"/>
            <a:ext cx="966662" cy="369332"/>
          </a:xfrm>
          <a:prstGeom prst="rect">
            <a:avLst/>
          </a:prstGeom>
          <a:noFill/>
        </p:spPr>
        <p:txBody>
          <a:bodyPr wrap="square" rtlCol="0">
            <a:spAutoFit/>
          </a:bodyPr>
          <a:lstStyle/>
          <a:p>
            <a:r>
              <a:rPr lang="en-US" dirty="0"/>
              <a:t>Step 3</a:t>
            </a:r>
          </a:p>
        </p:txBody>
      </p:sp>
    </p:spTree>
    <p:extLst>
      <p:ext uri="{BB962C8B-B14F-4D97-AF65-F5344CB8AC3E}">
        <p14:creationId xmlns:p14="http://schemas.microsoft.com/office/powerpoint/2010/main" val="17997443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5D97EF-67B3-4A90-943D-BB9385E07E04}"/>
              </a:ext>
            </a:extLst>
          </p:cNvPr>
          <p:cNvSpPr>
            <a:spLocks noGrp="1"/>
          </p:cNvSpPr>
          <p:nvPr>
            <p:ph type="title"/>
          </p:nvPr>
        </p:nvSpPr>
        <p:spPr/>
        <p:txBody>
          <a:bodyPr/>
          <a:lstStyle/>
          <a:p>
            <a:r>
              <a:rPr lang="en-US" dirty="0"/>
              <a:t>Adding a Serial Number</a:t>
            </a:r>
          </a:p>
        </p:txBody>
      </p:sp>
      <p:sp>
        <p:nvSpPr>
          <p:cNvPr id="3" name="Content Placeholder 2">
            <a:extLst>
              <a:ext uri="{FF2B5EF4-FFF2-40B4-BE49-F238E27FC236}">
                <a16:creationId xmlns:a16="http://schemas.microsoft.com/office/drawing/2014/main" id="{E6C52669-2283-487D-AAB8-2D06D9B926F7}"/>
              </a:ext>
            </a:extLst>
          </p:cNvPr>
          <p:cNvSpPr>
            <a:spLocks noGrp="1"/>
          </p:cNvSpPr>
          <p:nvPr>
            <p:ph idx="1"/>
          </p:nvPr>
        </p:nvSpPr>
        <p:spPr/>
        <p:txBody>
          <a:bodyPr/>
          <a:lstStyle/>
          <a:p>
            <a:r>
              <a:rPr lang="en-US" dirty="0"/>
              <a:t>Step 1 : Type a serial number in the format of A-XXX-XXX-XXX inside the serial number textbox, where A must be a letter and X can be either a letter or a number.</a:t>
            </a:r>
          </a:p>
          <a:p>
            <a:r>
              <a:rPr lang="en-US" dirty="0"/>
              <a:t>Step 2 : Ensure that the name and value text field are filled in</a:t>
            </a:r>
          </a:p>
          <a:p>
            <a:pPr marL="0" indent="0">
              <a:buNone/>
            </a:pPr>
            <a:r>
              <a:rPr lang="en-US" dirty="0"/>
              <a:t>else an error will occur.</a:t>
            </a:r>
          </a:p>
          <a:p>
            <a:r>
              <a:rPr lang="en-US" dirty="0"/>
              <a:t>Step 3: Click Add new item button</a:t>
            </a:r>
          </a:p>
          <a:p>
            <a:endParaRPr lang="en-US" dirty="0"/>
          </a:p>
        </p:txBody>
      </p:sp>
    </p:spTree>
    <p:extLst>
      <p:ext uri="{BB962C8B-B14F-4D97-AF65-F5344CB8AC3E}">
        <p14:creationId xmlns:p14="http://schemas.microsoft.com/office/powerpoint/2010/main" val="42693089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E2483B-876F-4F57-9934-6906B20B90DD}"/>
              </a:ext>
            </a:extLst>
          </p:cNvPr>
          <p:cNvSpPr>
            <a:spLocks noGrp="1"/>
          </p:cNvSpPr>
          <p:nvPr>
            <p:ph type="title"/>
          </p:nvPr>
        </p:nvSpPr>
        <p:spPr/>
        <p:txBody>
          <a:bodyPr/>
          <a:lstStyle/>
          <a:p>
            <a:r>
              <a:rPr lang="en-US" dirty="0"/>
              <a:t>Adding a Serial Number</a:t>
            </a:r>
          </a:p>
        </p:txBody>
      </p:sp>
      <p:pic>
        <p:nvPicPr>
          <p:cNvPr id="5" name="Content Placeholder 4">
            <a:extLst>
              <a:ext uri="{FF2B5EF4-FFF2-40B4-BE49-F238E27FC236}">
                <a16:creationId xmlns:a16="http://schemas.microsoft.com/office/drawing/2014/main" id="{FBA4A7A5-92B4-4A9F-AF05-83EF37377DC2}"/>
              </a:ext>
            </a:extLst>
          </p:cNvPr>
          <p:cNvPicPr>
            <a:picLocks noGrp="1" noChangeAspect="1"/>
          </p:cNvPicPr>
          <p:nvPr>
            <p:ph idx="1"/>
          </p:nvPr>
        </p:nvPicPr>
        <p:blipFill>
          <a:blip r:embed="rId2"/>
          <a:stretch>
            <a:fillRect/>
          </a:stretch>
        </p:blipFill>
        <p:spPr>
          <a:xfrm>
            <a:off x="1" y="1536867"/>
            <a:ext cx="6096000" cy="4351338"/>
          </a:xfrm>
        </p:spPr>
      </p:pic>
      <p:sp>
        <p:nvSpPr>
          <p:cNvPr id="6" name="TextBox 5">
            <a:extLst>
              <a:ext uri="{FF2B5EF4-FFF2-40B4-BE49-F238E27FC236}">
                <a16:creationId xmlns:a16="http://schemas.microsoft.com/office/drawing/2014/main" id="{CA641C12-4C84-4BCC-B968-CE25C365FC76}"/>
              </a:ext>
            </a:extLst>
          </p:cNvPr>
          <p:cNvSpPr txBox="1"/>
          <p:nvPr/>
        </p:nvSpPr>
        <p:spPr>
          <a:xfrm>
            <a:off x="385010" y="1167535"/>
            <a:ext cx="1395664" cy="369332"/>
          </a:xfrm>
          <a:prstGeom prst="rect">
            <a:avLst/>
          </a:prstGeom>
          <a:noFill/>
        </p:spPr>
        <p:txBody>
          <a:bodyPr wrap="square" rtlCol="0">
            <a:spAutoFit/>
          </a:bodyPr>
          <a:lstStyle/>
          <a:p>
            <a:r>
              <a:rPr lang="en-US" dirty="0"/>
              <a:t>Step 1 &amp; 2</a:t>
            </a:r>
          </a:p>
        </p:txBody>
      </p:sp>
      <p:pic>
        <p:nvPicPr>
          <p:cNvPr id="8" name="Picture 7">
            <a:extLst>
              <a:ext uri="{FF2B5EF4-FFF2-40B4-BE49-F238E27FC236}">
                <a16:creationId xmlns:a16="http://schemas.microsoft.com/office/drawing/2014/main" id="{7BFE11F8-3634-4599-9948-E24A5686EFFD}"/>
              </a:ext>
            </a:extLst>
          </p:cNvPr>
          <p:cNvPicPr>
            <a:picLocks noChangeAspect="1"/>
          </p:cNvPicPr>
          <p:nvPr/>
        </p:nvPicPr>
        <p:blipFill>
          <a:blip r:embed="rId3"/>
          <a:stretch>
            <a:fillRect/>
          </a:stretch>
        </p:blipFill>
        <p:spPr>
          <a:xfrm>
            <a:off x="6096000" y="1536868"/>
            <a:ext cx="6095999" cy="4351338"/>
          </a:xfrm>
          <a:prstGeom prst="rect">
            <a:avLst/>
          </a:prstGeom>
        </p:spPr>
      </p:pic>
    </p:spTree>
    <p:extLst>
      <p:ext uri="{BB962C8B-B14F-4D97-AF65-F5344CB8AC3E}">
        <p14:creationId xmlns:p14="http://schemas.microsoft.com/office/powerpoint/2010/main" val="8410198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5A8EBD-B9BA-46FF-8C95-0D8EAA7423BE}"/>
              </a:ext>
            </a:extLst>
          </p:cNvPr>
          <p:cNvSpPr>
            <a:spLocks noGrp="1"/>
          </p:cNvSpPr>
          <p:nvPr>
            <p:ph type="title"/>
          </p:nvPr>
        </p:nvSpPr>
        <p:spPr/>
        <p:txBody>
          <a:bodyPr/>
          <a:lstStyle/>
          <a:p>
            <a:r>
              <a:rPr lang="en-US" dirty="0"/>
              <a:t>Adding a Value</a:t>
            </a:r>
          </a:p>
        </p:txBody>
      </p:sp>
      <p:sp>
        <p:nvSpPr>
          <p:cNvPr id="3" name="Content Placeholder 2">
            <a:extLst>
              <a:ext uri="{FF2B5EF4-FFF2-40B4-BE49-F238E27FC236}">
                <a16:creationId xmlns:a16="http://schemas.microsoft.com/office/drawing/2014/main" id="{87CE3427-E42C-4B89-96FB-C7284098D26F}"/>
              </a:ext>
            </a:extLst>
          </p:cNvPr>
          <p:cNvSpPr>
            <a:spLocks noGrp="1"/>
          </p:cNvSpPr>
          <p:nvPr>
            <p:ph idx="1"/>
          </p:nvPr>
        </p:nvSpPr>
        <p:spPr/>
        <p:txBody>
          <a:bodyPr/>
          <a:lstStyle/>
          <a:p>
            <a:r>
              <a:rPr lang="en-US" dirty="0"/>
              <a:t>Step 1 : Type a monetary value that is greater than or equal to zero inside the value textbox. Dollar sign is optional, however, input must be rounded to two decimal places or must be whole number. </a:t>
            </a:r>
          </a:p>
          <a:p>
            <a:r>
              <a:rPr lang="en-US" dirty="0"/>
              <a:t>Step 2 : Ensure that the name and serial number text field are filled in</a:t>
            </a:r>
          </a:p>
          <a:p>
            <a:pPr marL="0" indent="0">
              <a:buNone/>
            </a:pPr>
            <a:r>
              <a:rPr lang="en-US" dirty="0"/>
              <a:t>else an error will occur.</a:t>
            </a:r>
          </a:p>
          <a:p>
            <a:r>
              <a:rPr lang="en-US" dirty="0"/>
              <a:t>Step 3: Click Add new item button</a:t>
            </a:r>
          </a:p>
          <a:p>
            <a:pPr marL="0" indent="0">
              <a:buNone/>
            </a:pPr>
            <a:endParaRPr lang="en-US" dirty="0"/>
          </a:p>
        </p:txBody>
      </p:sp>
    </p:spTree>
    <p:extLst>
      <p:ext uri="{BB962C8B-B14F-4D97-AF65-F5344CB8AC3E}">
        <p14:creationId xmlns:p14="http://schemas.microsoft.com/office/powerpoint/2010/main" val="39791204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0E614A-8294-4229-88F0-148DF97C02DE}"/>
              </a:ext>
            </a:extLst>
          </p:cNvPr>
          <p:cNvSpPr>
            <a:spLocks noGrp="1"/>
          </p:cNvSpPr>
          <p:nvPr>
            <p:ph type="title"/>
          </p:nvPr>
        </p:nvSpPr>
        <p:spPr/>
        <p:txBody>
          <a:bodyPr/>
          <a:lstStyle/>
          <a:p>
            <a:r>
              <a:rPr lang="en-US" dirty="0"/>
              <a:t>Adding a Value Continued</a:t>
            </a:r>
          </a:p>
        </p:txBody>
      </p:sp>
      <p:pic>
        <p:nvPicPr>
          <p:cNvPr id="5" name="Content Placeholder 4">
            <a:extLst>
              <a:ext uri="{FF2B5EF4-FFF2-40B4-BE49-F238E27FC236}">
                <a16:creationId xmlns:a16="http://schemas.microsoft.com/office/drawing/2014/main" id="{CC07DA54-4CF1-4C26-9586-930029C3C57A}"/>
              </a:ext>
            </a:extLst>
          </p:cNvPr>
          <p:cNvPicPr>
            <a:picLocks noGrp="1" noChangeAspect="1"/>
          </p:cNvPicPr>
          <p:nvPr>
            <p:ph idx="1"/>
          </p:nvPr>
        </p:nvPicPr>
        <p:blipFill>
          <a:blip r:embed="rId2"/>
          <a:stretch>
            <a:fillRect/>
          </a:stretch>
        </p:blipFill>
        <p:spPr>
          <a:xfrm>
            <a:off x="0" y="1464678"/>
            <a:ext cx="6192253" cy="4351338"/>
          </a:xfrm>
        </p:spPr>
      </p:pic>
      <p:pic>
        <p:nvPicPr>
          <p:cNvPr id="7" name="Picture 6">
            <a:extLst>
              <a:ext uri="{FF2B5EF4-FFF2-40B4-BE49-F238E27FC236}">
                <a16:creationId xmlns:a16="http://schemas.microsoft.com/office/drawing/2014/main" id="{25C74760-74C5-412D-93B9-652D69A18627}"/>
              </a:ext>
            </a:extLst>
          </p:cNvPr>
          <p:cNvPicPr>
            <a:picLocks noChangeAspect="1"/>
          </p:cNvPicPr>
          <p:nvPr/>
        </p:nvPicPr>
        <p:blipFill>
          <a:blip r:embed="rId3"/>
          <a:stretch>
            <a:fillRect/>
          </a:stretch>
        </p:blipFill>
        <p:spPr>
          <a:xfrm>
            <a:off x="6192253" y="1464678"/>
            <a:ext cx="5999747" cy="4351338"/>
          </a:xfrm>
          <a:prstGeom prst="rect">
            <a:avLst/>
          </a:prstGeom>
        </p:spPr>
      </p:pic>
      <p:sp>
        <p:nvSpPr>
          <p:cNvPr id="8" name="TextBox 7">
            <a:extLst>
              <a:ext uri="{FF2B5EF4-FFF2-40B4-BE49-F238E27FC236}">
                <a16:creationId xmlns:a16="http://schemas.microsoft.com/office/drawing/2014/main" id="{E5005AE3-6F09-4FB6-9724-C95CF9469696}"/>
              </a:ext>
            </a:extLst>
          </p:cNvPr>
          <p:cNvSpPr txBox="1"/>
          <p:nvPr/>
        </p:nvSpPr>
        <p:spPr>
          <a:xfrm>
            <a:off x="473242" y="1235242"/>
            <a:ext cx="1443790" cy="369332"/>
          </a:xfrm>
          <a:prstGeom prst="rect">
            <a:avLst/>
          </a:prstGeom>
          <a:noFill/>
        </p:spPr>
        <p:txBody>
          <a:bodyPr wrap="square" rtlCol="0">
            <a:spAutoFit/>
          </a:bodyPr>
          <a:lstStyle/>
          <a:p>
            <a:r>
              <a:rPr lang="en-US" dirty="0"/>
              <a:t>Step 1 &amp; 2</a:t>
            </a:r>
          </a:p>
        </p:txBody>
      </p:sp>
      <p:sp>
        <p:nvSpPr>
          <p:cNvPr id="10" name="TextBox 9">
            <a:extLst>
              <a:ext uri="{FF2B5EF4-FFF2-40B4-BE49-F238E27FC236}">
                <a16:creationId xmlns:a16="http://schemas.microsoft.com/office/drawing/2014/main" id="{1C736C92-5B1C-411E-8D96-F92A131CBC92}"/>
              </a:ext>
            </a:extLst>
          </p:cNvPr>
          <p:cNvSpPr txBox="1"/>
          <p:nvPr/>
        </p:nvSpPr>
        <p:spPr>
          <a:xfrm>
            <a:off x="6938087" y="1095346"/>
            <a:ext cx="962650" cy="369332"/>
          </a:xfrm>
          <a:prstGeom prst="rect">
            <a:avLst/>
          </a:prstGeom>
          <a:noFill/>
        </p:spPr>
        <p:txBody>
          <a:bodyPr wrap="square" rtlCol="0">
            <a:spAutoFit/>
          </a:bodyPr>
          <a:lstStyle/>
          <a:p>
            <a:r>
              <a:rPr lang="en-US" dirty="0"/>
              <a:t>Step 3</a:t>
            </a:r>
          </a:p>
        </p:txBody>
      </p:sp>
    </p:spTree>
    <p:extLst>
      <p:ext uri="{BB962C8B-B14F-4D97-AF65-F5344CB8AC3E}">
        <p14:creationId xmlns:p14="http://schemas.microsoft.com/office/powerpoint/2010/main" val="30578831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2B4A83-D67C-4695-B1AF-24654F63A035}"/>
              </a:ext>
            </a:extLst>
          </p:cNvPr>
          <p:cNvSpPr>
            <a:spLocks noGrp="1"/>
          </p:cNvSpPr>
          <p:nvPr>
            <p:ph type="title"/>
          </p:nvPr>
        </p:nvSpPr>
        <p:spPr/>
        <p:txBody>
          <a:bodyPr/>
          <a:lstStyle/>
          <a:p>
            <a:r>
              <a:rPr lang="en-US" dirty="0"/>
              <a:t>Editing Name</a:t>
            </a:r>
          </a:p>
        </p:txBody>
      </p:sp>
      <p:sp>
        <p:nvSpPr>
          <p:cNvPr id="3" name="Content Placeholder 2">
            <a:extLst>
              <a:ext uri="{FF2B5EF4-FFF2-40B4-BE49-F238E27FC236}">
                <a16:creationId xmlns:a16="http://schemas.microsoft.com/office/drawing/2014/main" id="{E941F315-39F5-417C-B15C-401BC49F2397}"/>
              </a:ext>
            </a:extLst>
          </p:cNvPr>
          <p:cNvSpPr>
            <a:spLocks noGrp="1"/>
          </p:cNvSpPr>
          <p:nvPr>
            <p:ph idx="1"/>
          </p:nvPr>
        </p:nvSpPr>
        <p:spPr/>
        <p:txBody>
          <a:bodyPr/>
          <a:lstStyle/>
          <a:p>
            <a:r>
              <a:rPr lang="en-US" dirty="0"/>
              <a:t>Step 1 : Click inside the name column on the specific name you would like to edit.</a:t>
            </a:r>
          </a:p>
          <a:p>
            <a:r>
              <a:rPr lang="en-US" dirty="0"/>
              <a:t>Step 2 : Either erase the whole name and re-type a new name or edit a few characters within an existing name and then click enter. </a:t>
            </a:r>
          </a:p>
          <a:p>
            <a:pPr marL="0" indent="0">
              <a:buNone/>
            </a:pPr>
            <a:endParaRPr lang="en-US" dirty="0"/>
          </a:p>
        </p:txBody>
      </p:sp>
    </p:spTree>
    <p:extLst>
      <p:ext uri="{BB962C8B-B14F-4D97-AF65-F5344CB8AC3E}">
        <p14:creationId xmlns:p14="http://schemas.microsoft.com/office/powerpoint/2010/main" val="34432806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7CC276-A82B-4ADF-987C-3B7B15BF66F9}"/>
              </a:ext>
            </a:extLst>
          </p:cNvPr>
          <p:cNvSpPr>
            <a:spLocks noGrp="1"/>
          </p:cNvSpPr>
          <p:nvPr>
            <p:ph type="title"/>
          </p:nvPr>
        </p:nvSpPr>
        <p:spPr/>
        <p:txBody>
          <a:bodyPr/>
          <a:lstStyle/>
          <a:p>
            <a:r>
              <a:rPr lang="en-US" dirty="0"/>
              <a:t>Editing Name Continued</a:t>
            </a:r>
          </a:p>
        </p:txBody>
      </p:sp>
      <p:pic>
        <p:nvPicPr>
          <p:cNvPr id="5" name="Content Placeholder 4">
            <a:extLst>
              <a:ext uri="{FF2B5EF4-FFF2-40B4-BE49-F238E27FC236}">
                <a16:creationId xmlns:a16="http://schemas.microsoft.com/office/drawing/2014/main" id="{FBD4F3D9-56BE-4F43-BB18-3EE196629870}"/>
              </a:ext>
            </a:extLst>
          </p:cNvPr>
          <p:cNvPicPr>
            <a:picLocks noGrp="1" noChangeAspect="1"/>
          </p:cNvPicPr>
          <p:nvPr>
            <p:ph idx="1"/>
          </p:nvPr>
        </p:nvPicPr>
        <p:blipFill>
          <a:blip r:embed="rId2"/>
          <a:stretch>
            <a:fillRect/>
          </a:stretch>
        </p:blipFill>
        <p:spPr>
          <a:xfrm>
            <a:off x="1" y="1512804"/>
            <a:ext cx="5791200" cy="4351338"/>
          </a:xfrm>
        </p:spPr>
      </p:pic>
      <p:sp>
        <p:nvSpPr>
          <p:cNvPr id="6" name="TextBox 5">
            <a:extLst>
              <a:ext uri="{FF2B5EF4-FFF2-40B4-BE49-F238E27FC236}">
                <a16:creationId xmlns:a16="http://schemas.microsoft.com/office/drawing/2014/main" id="{2E840FFB-DC13-4B6B-B5CD-9EDD71724494}"/>
              </a:ext>
            </a:extLst>
          </p:cNvPr>
          <p:cNvSpPr txBox="1"/>
          <p:nvPr/>
        </p:nvSpPr>
        <p:spPr>
          <a:xfrm>
            <a:off x="481264" y="1143472"/>
            <a:ext cx="794084" cy="369332"/>
          </a:xfrm>
          <a:prstGeom prst="rect">
            <a:avLst/>
          </a:prstGeom>
          <a:noFill/>
        </p:spPr>
        <p:txBody>
          <a:bodyPr wrap="square" rtlCol="0">
            <a:spAutoFit/>
          </a:bodyPr>
          <a:lstStyle/>
          <a:p>
            <a:r>
              <a:rPr lang="en-US" dirty="0"/>
              <a:t>Step 1</a:t>
            </a:r>
          </a:p>
        </p:txBody>
      </p:sp>
      <p:pic>
        <p:nvPicPr>
          <p:cNvPr id="8" name="Picture 7">
            <a:extLst>
              <a:ext uri="{FF2B5EF4-FFF2-40B4-BE49-F238E27FC236}">
                <a16:creationId xmlns:a16="http://schemas.microsoft.com/office/drawing/2014/main" id="{FF2EEC6F-563C-49FF-A14E-308462CAEC31}"/>
              </a:ext>
            </a:extLst>
          </p:cNvPr>
          <p:cNvPicPr>
            <a:picLocks noChangeAspect="1"/>
          </p:cNvPicPr>
          <p:nvPr/>
        </p:nvPicPr>
        <p:blipFill>
          <a:blip r:embed="rId3"/>
          <a:stretch>
            <a:fillRect/>
          </a:stretch>
        </p:blipFill>
        <p:spPr>
          <a:xfrm>
            <a:off x="5791202" y="1512804"/>
            <a:ext cx="6400798" cy="4351338"/>
          </a:xfrm>
          <a:prstGeom prst="rect">
            <a:avLst/>
          </a:prstGeom>
        </p:spPr>
      </p:pic>
      <p:sp>
        <p:nvSpPr>
          <p:cNvPr id="9" name="TextBox 8">
            <a:extLst>
              <a:ext uri="{FF2B5EF4-FFF2-40B4-BE49-F238E27FC236}">
                <a16:creationId xmlns:a16="http://schemas.microsoft.com/office/drawing/2014/main" id="{4112B11A-EF7E-4B59-8267-A74107010CA4}"/>
              </a:ext>
            </a:extLst>
          </p:cNvPr>
          <p:cNvSpPr txBox="1"/>
          <p:nvPr/>
        </p:nvSpPr>
        <p:spPr>
          <a:xfrm>
            <a:off x="6801853" y="1143472"/>
            <a:ext cx="794085" cy="369332"/>
          </a:xfrm>
          <a:prstGeom prst="rect">
            <a:avLst/>
          </a:prstGeom>
          <a:noFill/>
        </p:spPr>
        <p:txBody>
          <a:bodyPr wrap="square" rtlCol="0">
            <a:spAutoFit/>
          </a:bodyPr>
          <a:lstStyle/>
          <a:p>
            <a:r>
              <a:rPr lang="en-US" dirty="0"/>
              <a:t>Step 2</a:t>
            </a:r>
          </a:p>
        </p:txBody>
      </p:sp>
    </p:spTree>
    <p:extLst>
      <p:ext uri="{BB962C8B-B14F-4D97-AF65-F5344CB8AC3E}">
        <p14:creationId xmlns:p14="http://schemas.microsoft.com/office/powerpoint/2010/main" val="20579235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DF212E-6F14-4E19-9BD2-CEAF8270F5D3}"/>
              </a:ext>
            </a:extLst>
          </p:cNvPr>
          <p:cNvSpPr>
            <a:spLocks noGrp="1"/>
          </p:cNvSpPr>
          <p:nvPr>
            <p:ph type="title"/>
          </p:nvPr>
        </p:nvSpPr>
        <p:spPr/>
        <p:txBody>
          <a:bodyPr/>
          <a:lstStyle/>
          <a:p>
            <a:r>
              <a:rPr lang="en-US" dirty="0"/>
              <a:t>Editing Serial Number</a:t>
            </a:r>
          </a:p>
        </p:txBody>
      </p:sp>
      <p:sp>
        <p:nvSpPr>
          <p:cNvPr id="3" name="Content Placeholder 2">
            <a:extLst>
              <a:ext uri="{FF2B5EF4-FFF2-40B4-BE49-F238E27FC236}">
                <a16:creationId xmlns:a16="http://schemas.microsoft.com/office/drawing/2014/main" id="{DE84682D-6D1F-4AD9-AB03-EE70F441B4CF}"/>
              </a:ext>
            </a:extLst>
          </p:cNvPr>
          <p:cNvSpPr>
            <a:spLocks noGrp="1"/>
          </p:cNvSpPr>
          <p:nvPr>
            <p:ph idx="1"/>
          </p:nvPr>
        </p:nvSpPr>
        <p:spPr/>
        <p:txBody>
          <a:bodyPr/>
          <a:lstStyle/>
          <a:p>
            <a:r>
              <a:rPr lang="en-US" dirty="0"/>
              <a:t>Step 1 : Click inside the serial number column on the specific serial number you would like to edit.</a:t>
            </a:r>
          </a:p>
          <a:p>
            <a:r>
              <a:rPr lang="en-US" dirty="0"/>
              <a:t>Step 2 : Either erase the whole serial number and re-type a new one or edit a few characters within an existing serial number and then click enter.  </a:t>
            </a:r>
          </a:p>
          <a:p>
            <a:pPr marL="0" indent="0">
              <a:buNone/>
            </a:pPr>
            <a:endParaRPr lang="en-US" dirty="0"/>
          </a:p>
        </p:txBody>
      </p:sp>
    </p:spTree>
    <p:extLst>
      <p:ext uri="{BB962C8B-B14F-4D97-AF65-F5344CB8AC3E}">
        <p14:creationId xmlns:p14="http://schemas.microsoft.com/office/powerpoint/2010/main" val="27238971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8DA5DB-0CA1-4D1C-8609-720D80502A00}"/>
              </a:ext>
            </a:extLst>
          </p:cNvPr>
          <p:cNvSpPr>
            <a:spLocks noGrp="1"/>
          </p:cNvSpPr>
          <p:nvPr>
            <p:ph type="title"/>
          </p:nvPr>
        </p:nvSpPr>
        <p:spPr/>
        <p:txBody>
          <a:bodyPr/>
          <a:lstStyle/>
          <a:p>
            <a:r>
              <a:rPr lang="en-US" dirty="0"/>
              <a:t>Editing Serial Number Continued</a:t>
            </a:r>
          </a:p>
        </p:txBody>
      </p:sp>
      <p:pic>
        <p:nvPicPr>
          <p:cNvPr id="5" name="Content Placeholder 4">
            <a:extLst>
              <a:ext uri="{FF2B5EF4-FFF2-40B4-BE49-F238E27FC236}">
                <a16:creationId xmlns:a16="http://schemas.microsoft.com/office/drawing/2014/main" id="{F37E7D1D-B1E3-4730-97D2-626E4F248124}"/>
              </a:ext>
            </a:extLst>
          </p:cNvPr>
          <p:cNvPicPr>
            <a:picLocks noGrp="1" noChangeAspect="1"/>
          </p:cNvPicPr>
          <p:nvPr>
            <p:ph idx="1"/>
          </p:nvPr>
        </p:nvPicPr>
        <p:blipFill>
          <a:blip r:embed="rId2"/>
          <a:stretch>
            <a:fillRect/>
          </a:stretch>
        </p:blipFill>
        <p:spPr>
          <a:xfrm>
            <a:off x="0" y="1496761"/>
            <a:ext cx="6096000" cy="4351338"/>
          </a:xfrm>
        </p:spPr>
      </p:pic>
      <p:pic>
        <p:nvPicPr>
          <p:cNvPr id="7" name="Picture 6">
            <a:extLst>
              <a:ext uri="{FF2B5EF4-FFF2-40B4-BE49-F238E27FC236}">
                <a16:creationId xmlns:a16="http://schemas.microsoft.com/office/drawing/2014/main" id="{062B80B9-9C58-4CB0-B853-2E978BFC74E8}"/>
              </a:ext>
            </a:extLst>
          </p:cNvPr>
          <p:cNvPicPr>
            <a:picLocks noChangeAspect="1"/>
          </p:cNvPicPr>
          <p:nvPr/>
        </p:nvPicPr>
        <p:blipFill>
          <a:blip r:embed="rId3"/>
          <a:stretch>
            <a:fillRect/>
          </a:stretch>
        </p:blipFill>
        <p:spPr>
          <a:xfrm>
            <a:off x="6096000" y="1496761"/>
            <a:ext cx="6096000" cy="4351338"/>
          </a:xfrm>
          <a:prstGeom prst="rect">
            <a:avLst/>
          </a:prstGeom>
        </p:spPr>
      </p:pic>
      <p:sp>
        <p:nvSpPr>
          <p:cNvPr id="8" name="TextBox 7">
            <a:extLst>
              <a:ext uri="{FF2B5EF4-FFF2-40B4-BE49-F238E27FC236}">
                <a16:creationId xmlns:a16="http://schemas.microsoft.com/office/drawing/2014/main" id="{E0B58F88-3B6E-4BEE-94ED-42B80EE53541}"/>
              </a:ext>
            </a:extLst>
          </p:cNvPr>
          <p:cNvSpPr txBox="1"/>
          <p:nvPr/>
        </p:nvSpPr>
        <p:spPr>
          <a:xfrm>
            <a:off x="653469" y="1127429"/>
            <a:ext cx="1271584" cy="369332"/>
          </a:xfrm>
          <a:prstGeom prst="rect">
            <a:avLst/>
          </a:prstGeom>
          <a:noFill/>
        </p:spPr>
        <p:txBody>
          <a:bodyPr wrap="square" rtlCol="0">
            <a:spAutoFit/>
          </a:bodyPr>
          <a:lstStyle/>
          <a:p>
            <a:r>
              <a:rPr lang="en-US" dirty="0"/>
              <a:t>Step 1</a:t>
            </a:r>
          </a:p>
        </p:txBody>
      </p:sp>
      <p:sp>
        <p:nvSpPr>
          <p:cNvPr id="9" name="TextBox 8">
            <a:extLst>
              <a:ext uri="{FF2B5EF4-FFF2-40B4-BE49-F238E27FC236}">
                <a16:creationId xmlns:a16="http://schemas.microsoft.com/office/drawing/2014/main" id="{7D627FA2-69AB-4446-B95D-95F19C6D1911}"/>
              </a:ext>
            </a:extLst>
          </p:cNvPr>
          <p:cNvSpPr txBox="1"/>
          <p:nvPr/>
        </p:nvSpPr>
        <p:spPr>
          <a:xfrm>
            <a:off x="6841834" y="1127429"/>
            <a:ext cx="1090987" cy="369332"/>
          </a:xfrm>
          <a:prstGeom prst="rect">
            <a:avLst/>
          </a:prstGeom>
          <a:noFill/>
        </p:spPr>
        <p:txBody>
          <a:bodyPr wrap="square" rtlCol="0">
            <a:spAutoFit/>
          </a:bodyPr>
          <a:lstStyle/>
          <a:p>
            <a:r>
              <a:rPr lang="en-US" dirty="0"/>
              <a:t>Step 2</a:t>
            </a:r>
          </a:p>
        </p:txBody>
      </p:sp>
    </p:spTree>
    <p:extLst>
      <p:ext uri="{BB962C8B-B14F-4D97-AF65-F5344CB8AC3E}">
        <p14:creationId xmlns:p14="http://schemas.microsoft.com/office/powerpoint/2010/main" val="3489144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DF212E-6F14-4E19-9BD2-CEAF8270F5D3}"/>
              </a:ext>
            </a:extLst>
          </p:cNvPr>
          <p:cNvSpPr>
            <a:spLocks noGrp="1"/>
          </p:cNvSpPr>
          <p:nvPr>
            <p:ph type="title"/>
          </p:nvPr>
        </p:nvSpPr>
        <p:spPr/>
        <p:txBody>
          <a:bodyPr/>
          <a:lstStyle/>
          <a:p>
            <a:r>
              <a:rPr lang="en-US" dirty="0"/>
              <a:t>Editing value</a:t>
            </a:r>
          </a:p>
        </p:txBody>
      </p:sp>
      <p:sp>
        <p:nvSpPr>
          <p:cNvPr id="3" name="Content Placeholder 2">
            <a:extLst>
              <a:ext uri="{FF2B5EF4-FFF2-40B4-BE49-F238E27FC236}">
                <a16:creationId xmlns:a16="http://schemas.microsoft.com/office/drawing/2014/main" id="{DE84682D-6D1F-4AD9-AB03-EE70F441B4CF}"/>
              </a:ext>
            </a:extLst>
          </p:cNvPr>
          <p:cNvSpPr>
            <a:spLocks noGrp="1"/>
          </p:cNvSpPr>
          <p:nvPr>
            <p:ph idx="1"/>
          </p:nvPr>
        </p:nvSpPr>
        <p:spPr/>
        <p:txBody>
          <a:bodyPr/>
          <a:lstStyle/>
          <a:p>
            <a:r>
              <a:rPr lang="en-US" dirty="0"/>
              <a:t>Step 1 : Click inside the value column on the specific value you would like to edit.</a:t>
            </a:r>
          </a:p>
          <a:p>
            <a:r>
              <a:rPr lang="en-US" dirty="0"/>
              <a:t>Step 2 : Either erase the value and re-type a new one or edit a few numbers within an existing value and then click enter.  </a:t>
            </a:r>
          </a:p>
          <a:p>
            <a:pPr marL="0" indent="0">
              <a:buNone/>
            </a:pPr>
            <a:endParaRPr lang="en-US" dirty="0"/>
          </a:p>
        </p:txBody>
      </p:sp>
    </p:spTree>
    <p:extLst>
      <p:ext uri="{BB962C8B-B14F-4D97-AF65-F5344CB8AC3E}">
        <p14:creationId xmlns:p14="http://schemas.microsoft.com/office/powerpoint/2010/main" val="233919776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E53656-4A11-4210-8F9B-566EF133F4AA}"/>
              </a:ext>
            </a:extLst>
          </p:cNvPr>
          <p:cNvSpPr>
            <a:spLocks noGrp="1"/>
          </p:cNvSpPr>
          <p:nvPr>
            <p:ph type="title"/>
          </p:nvPr>
        </p:nvSpPr>
        <p:spPr/>
        <p:txBody>
          <a:bodyPr/>
          <a:lstStyle/>
          <a:p>
            <a:r>
              <a:rPr lang="en-US" dirty="0"/>
              <a:t>Editing Value Continued</a:t>
            </a:r>
          </a:p>
        </p:txBody>
      </p:sp>
      <p:pic>
        <p:nvPicPr>
          <p:cNvPr id="5" name="Content Placeholder 4">
            <a:extLst>
              <a:ext uri="{FF2B5EF4-FFF2-40B4-BE49-F238E27FC236}">
                <a16:creationId xmlns:a16="http://schemas.microsoft.com/office/drawing/2014/main" id="{E1821DC0-9E9D-413A-A4C3-59E5B070A1E4}"/>
              </a:ext>
            </a:extLst>
          </p:cNvPr>
          <p:cNvPicPr>
            <a:picLocks noGrp="1" noChangeAspect="1"/>
          </p:cNvPicPr>
          <p:nvPr>
            <p:ph idx="1"/>
          </p:nvPr>
        </p:nvPicPr>
        <p:blipFill>
          <a:blip r:embed="rId2"/>
          <a:stretch>
            <a:fillRect/>
          </a:stretch>
        </p:blipFill>
        <p:spPr>
          <a:xfrm>
            <a:off x="1" y="1472699"/>
            <a:ext cx="6096000" cy="4351338"/>
          </a:xfrm>
        </p:spPr>
      </p:pic>
      <p:pic>
        <p:nvPicPr>
          <p:cNvPr id="7" name="Picture 6">
            <a:extLst>
              <a:ext uri="{FF2B5EF4-FFF2-40B4-BE49-F238E27FC236}">
                <a16:creationId xmlns:a16="http://schemas.microsoft.com/office/drawing/2014/main" id="{7074930B-20B6-4A0F-99A1-BB940330C9C0}"/>
              </a:ext>
            </a:extLst>
          </p:cNvPr>
          <p:cNvPicPr>
            <a:picLocks noChangeAspect="1"/>
          </p:cNvPicPr>
          <p:nvPr/>
        </p:nvPicPr>
        <p:blipFill>
          <a:blip r:embed="rId3"/>
          <a:stretch>
            <a:fillRect/>
          </a:stretch>
        </p:blipFill>
        <p:spPr>
          <a:xfrm>
            <a:off x="6096000" y="1472699"/>
            <a:ext cx="6031832" cy="4351338"/>
          </a:xfrm>
          <a:prstGeom prst="rect">
            <a:avLst/>
          </a:prstGeom>
        </p:spPr>
      </p:pic>
      <p:sp>
        <p:nvSpPr>
          <p:cNvPr id="8" name="TextBox 7">
            <a:extLst>
              <a:ext uri="{FF2B5EF4-FFF2-40B4-BE49-F238E27FC236}">
                <a16:creationId xmlns:a16="http://schemas.microsoft.com/office/drawing/2014/main" id="{E9DF5FFB-9F94-402A-A1F2-BC792AD760AE}"/>
              </a:ext>
            </a:extLst>
          </p:cNvPr>
          <p:cNvSpPr txBox="1"/>
          <p:nvPr/>
        </p:nvSpPr>
        <p:spPr>
          <a:xfrm>
            <a:off x="529390" y="1103367"/>
            <a:ext cx="786063" cy="369332"/>
          </a:xfrm>
          <a:prstGeom prst="rect">
            <a:avLst/>
          </a:prstGeom>
          <a:noFill/>
        </p:spPr>
        <p:txBody>
          <a:bodyPr wrap="square" rtlCol="0">
            <a:spAutoFit/>
          </a:bodyPr>
          <a:lstStyle/>
          <a:p>
            <a:r>
              <a:rPr lang="en-US" dirty="0"/>
              <a:t>Step 1</a:t>
            </a:r>
          </a:p>
        </p:txBody>
      </p:sp>
      <p:sp>
        <p:nvSpPr>
          <p:cNvPr id="9" name="TextBox 8">
            <a:extLst>
              <a:ext uri="{FF2B5EF4-FFF2-40B4-BE49-F238E27FC236}">
                <a16:creationId xmlns:a16="http://schemas.microsoft.com/office/drawing/2014/main" id="{C1794EE9-DB7D-41E9-BD72-45F6211FF679}"/>
              </a:ext>
            </a:extLst>
          </p:cNvPr>
          <p:cNvSpPr txBox="1"/>
          <p:nvPr/>
        </p:nvSpPr>
        <p:spPr>
          <a:xfrm>
            <a:off x="6914148" y="1103367"/>
            <a:ext cx="786063" cy="369332"/>
          </a:xfrm>
          <a:prstGeom prst="rect">
            <a:avLst/>
          </a:prstGeom>
          <a:noFill/>
        </p:spPr>
        <p:txBody>
          <a:bodyPr wrap="square" rtlCol="0">
            <a:spAutoFit/>
          </a:bodyPr>
          <a:lstStyle/>
          <a:p>
            <a:r>
              <a:rPr lang="en-US" dirty="0"/>
              <a:t>Step 2</a:t>
            </a:r>
          </a:p>
        </p:txBody>
      </p:sp>
    </p:spTree>
    <p:extLst>
      <p:ext uri="{BB962C8B-B14F-4D97-AF65-F5344CB8AC3E}">
        <p14:creationId xmlns:p14="http://schemas.microsoft.com/office/powerpoint/2010/main" val="158315499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FF98FC-1C43-48AB-A267-EBFD4F7D4B04}"/>
              </a:ext>
            </a:extLst>
          </p:cNvPr>
          <p:cNvSpPr>
            <a:spLocks noGrp="1"/>
          </p:cNvSpPr>
          <p:nvPr>
            <p:ph type="title"/>
          </p:nvPr>
        </p:nvSpPr>
        <p:spPr/>
        <p:txBody>
          <a:bodyPr/>
          <a:lstStyle/>
          <a:p>
            <a:r>
              <a:rPr lang="en-US" dirty="0"/>
              <a:t>Removing a Single Item</a:t>
            </a:r>
          </a:p>
        </p:txBody>
      </p:sp>
      <p:sp>
        <p:nvSpPr>
          <p:cNvPr id="3" name="Content Placeholder 2">
            <a:extLst>
              <a:ext uri="{FF2B5EF4-FFF2-40B4-BE49-F238E27FC236}">
                <a16:creationId xmlns:a16="http://schemas.microsoft.com/office/drawing/2014/main" id="{9452210A-26E6-4C86-A08E-3409CB9C2A06}"/>
              </a:ext>
            </a:extLst>
          </p:cNvPr>
          <p:cNvSpPr>
            <a:spLocks noGrp="1"/>
          </p:cNvSpPr>
          <p:nvPr>
            <p:ph idx="1"/>
          </p:nvPr>
        </p:nvSpPr>
        <p:spPr/>
        <p:txBody>
          <a:bodyPr/>
          <a:lstStyle/>
          <a:p>
            <a:r>
              <a:rPr lang="en-US" dirty="0"/>
              <a:t>Step 1 : Click on the item inside the table that you would to remove.</a:t>
            </a:r>
          </a:p>
          <a:p>
            <a:r>
              <a:rPr lang="en-US" dirty="0"/>
              <a:t>Step 2 : Click the Remove item button.</a:t>
            </a:r>
          </a:p>
          <a:p>
            <a:pPr marL="0" indent="0">
              <a:buNone/>
            </a:pPr>
            <a:endParaRPr lang="en-US" dirty="0"/>
          </a:p>
          <a:p>
            <a:endParaRPr lang="en-US" dirty="0"/>
          </a:p>
        </p:txBody>
      </p:sp>
    </p:spTree>
    <p:extLst>
      <p:ext uri="{BB962C8B-B14F-4D97-AF65-F5344CB8AC3E}">
        <p14:creationId xmlns:p14="http://schemas.microsoft.com/office/powerpoint/2010/main" val="161012081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E4D9CC-C8E2-4883-BEBA-ACA95DD0350F}"/>
              </a:ext>
            </a:extLst>
          </p:cNvPr>
          <p:cNvSpPr>
            <a:spLocks noGrp="1"/>
          </p:cNvSpPr>
          <p:nvPr>
            <p:ph type="title"/>
          </p:nvPr>
        </p:nvSpPr>
        <p:spPr/>
        <p:txBody>
          <a:bodyPr/>
          <a:lstStyle/>
          <a:p>
            <a:r>
              <a:rPr lang="en-US" dirty="0"/>
              <a:t>Removing a Single Item Continued</a:t>
            </a:r>
          </a:p>
        </p:txBody>
      </p:sp>
      <p:pic>
        <p:nvPicPr>
          <p:cNvPr id="5" name="Content Placeholder 4">
            <a:extLst>
              <a:ext uri="{FF2B5EF4-FFF2-40B4-BE49-F238E27FC236}">
                <a16:creationId xmlns:a16="http://schemas.microsoft.com/office/drawing/2014/main" id="{2933B33F-5D25-4723-A230-4FD2D4FD8343}"/>
              </a:ext>
            </a:extLst>
          </p:cNvPr>
          <p:cNvPicPr>
            <a:picLocks noGrp="1" noChangeAspect="1"/>
          </p:cNvPicPr>
          <p:nvPr>
            <p:ph idx="1"/>
          </p:nvPr>
        </p:nvPicPr>
        <p:blipFill>
          <a:blip r:embed="rId2"/>
          <a:stretch>
            <a:fillRect/>
          </a:stretch>
        </p:blipFill>
        <p:spPr>
          <a:xfrm>
            <a:off x="0" y="1504783"/>
            <a:ext cx="5670884" cy="4351338"/>
          </a:xfrm>
        </p:spPr>
      </p:pic>
      <p:sp>
        <p:nvSpPr>
          <p:cNvPr id="6" name="TextBox 5">
            <a:extLst>
              <a:ext uri="{FF2B5EF4-FFF2-40B4-BE49-F238E27FC236}">
                <a16:creationId xmlns:a16="http://schemas.microsoft.com/office/drawing/2014/main" id="{0E603C7D-CD69-49C5-A2D9-3C1056C244FD}"/>
              </a:ext>
            </a:extLst>
          </p:cNvPr>
          <p:cNvSpPr txBox="1"/>
          <p:nvPr/>
        </p:nvSpPr>
        <p:spPr>
          <a:xfrm>
            <a:off x="521370" y="1135451"/>
            <a:ext cx="770020" cy="369332"/>
          </a:xfrm>
          <a:prstGeom prst="rect">
            <a:avLst/>
          </a:prstGeom>
          <a:noFill/>
        </p:spPr>
        <p:txBody>
          <a:bodyPr wrap="square" rtlCol="0">
            <a:spAutoFit/>
          </a:bodyPr>
          <a:lstStyle/>
          <a:p>
            <a:r>
              <a:rPr lang="en-US" dirty="0"/>
              <a:t>Step 1</a:t>
            </a:r>
          </a:p>
        </p:txBody>
      </p:sp>
      <p:pic>
        <p:nvPicPr>
          <p:cNvPr id="8" name="Picture 7">
            <a:extLst>
              <a:ext uri="{FF2B5EF4-FFF2-40B4-BE49-F238E27FC236}">
                <a16:creationId xmlns:a16="http://schemas.microsoft.com/office/drawing/2014/main" id="{FB7EE5A7-23BC-4DFF-A7A1-02272A51A386}"/>
              </a:ext>
            </a:extLst>
          </p:cNvPr>
          <p:cNvPicPr>
            <a:picLocks noChangeAspect="1"/>
          </p:cNvPicPr>
          <p:nvPr/>
        </p:nvPicPr>
        <p:blipFill>
          <a:blip r:embed="rId3"/>
          <a:stretch>
            <a:fillRect/>
          </a:stretch>
        </p:blipFill>
        <p:spPr>
          <a:xfrm>
            <a:off x="5670885" y="1504784"/>
            <a:ext cx="6521116" cy="4351338"/>
          </a:xfrm>
          <a:prstGeom prst="rect">
            <a:avLst/>
          </a:prstGeom>
        </p:spPr>
      </p:pic>
      <p:sp>
        <p:nvSpPr>
          <p:cNvPr id="9" name="TextBox 8">
            <a:extLst>
              <a:ext uri="{FF2B5EF4-FFF2-40B4-BE49-F238E27FC236}">
                <a16:creationId xmlns:a16="http://schemas.microsoft.com/office/drawing/2014/main" id="{9914FEA2-120A-42A9-B791-15F75BC0E0FA}"/>
              </a:ext>
            </a:extLst>
          </p:cNvPr>
          <p:cNvSpPr txBox="1"/>
          <p:nvPr/>
        </p:nvSpPr>
        <p:spPr>
          <a:xfrm>
            <a:off x="6324353" y="1135451"/>
            <a:ext cx="830426" cy="369332"/>
          </a:xfrm>
          <a:prstGeom prst="rect">
            <a:avLst/>
          </a:prstGeom>
          <a:noFill/>
        </p:spPr>
        <p:txBody>
          <a:bodyPr wrap="square" rtlCol="0">
            <a:spAutoFit/>
          </a:bodyPr>
          <a:lstStyle/>
          <a:p>
            <a:r>
              <a:rPr lang="en-US" dirty="0"/>
              <a:t>Step 2</a:t>
            </a:r>
          </a:p>
        </p:txBody>
      </p:sp>
    </p:spTree>
    <p:extLst>
      <p:ext uri="{BB962C8B-B14F-4D97-AF65-F5344CB8AC3E}">
        <p14:creationId xmlns:p14="http://schemas.microsoft.com/office/powerpoint/2010/main" val="366228825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A88EDD-8291-42A0-86EB-B02E005CA148}"/>
              </a:ext>
            </a:extLst>
          </p:cNvPr>
          <p:cNvSpPr>
            <a:spLocks noGrp="1"/>
          </p:cNvSpPr>
          <p:nvPr>
            <p:ph type="title"/>
          </p:nvPr>
        </p:nvSpPr>
        <p:spPr/>
        <p:txBody>
          <a:bodyPr/>
          <a:lstStyle/>
          <a:p>
            <a:r>
              <a:rPr lang="en-US" dirty="0"/>
              <a:t>Removing A Items from List</a:t>
            </a:r>
          </a:p>
        </p:txBody>
      </p:sp>
      <p:sp>
        <p:nvSpPr>
          <p:cNvPr id="3" name="Content Placeholder 2">
            <a:extLst>
              <a:ext uri="{FF2B5EF4-FFF2-40B4-BE49-F238E27FC236}">
                <a16:creationId xmlns:a16="http://schemas.microsoft.com/office/drawing/2014/main" id="{B002756E-E627-4B2C-BFB2-5CC298631457}"/>
              </a:ext>
            </a:extLst>
          </p:cNvPr>
          <p:cNvSpPr>
            <a:spLocks noGrp="1"/>
          </p:cNvSpPr>
          <p:nvPr>
            <p:ph idx="1"/>
          </p:nvPr>
        </p:nvSpPr>
        <p:spPr/>
        <p:txBody>
          <a:bodyPr/>
          <a:lstStyle/>
          <a:p>
            <a:r>
              <a:rPr lang="en-US" dirty="0"/>
              <a:t>Click on the Clear all items button</a:t>
            </a:r>
          </a:p>
          <a:p>
            <a:endParaRPr lang="en-US" dirty="0"/>
          </a:p>
          <a:p>
            <a:pPr marL="0" indent="0">
              <a:buNone/>
            </a:pPr>
            <a:endParaRPr lang="en-US" dirty="0"/>
          </a:p>
          <a:p>
            <a:endParaRPr lang="en-US" dirty="0"/>
          </a:p>
        </p:txBody>
      </p:sp>
      <p:pic>
        <p:nvPicPr>
          <p:cNvPr id="7" name="Picture 6">
            <a:extLst>
              <a:ext uri="{FF2B5EF4-FFF2-40B4-BE49-F238E27FC236}">
                <a16:creationId xmlns:a16="http://schemas.microsoft.com/office/drawing/2014/main" id="{AF926660-69D4-4C4D-A7DD-6A8005ABC956}"/>
              </a:ext>
            </a:extLst>
          </p:cNvPr>
          <p:cNvPicPr>
            <a:picLocks noChangeAspect="1"/>
          </p:cNvPicPr>
          <p:nvPr/>
        </p:nvPicPr>
        <p:blipFill>
          <a:blip r:embed="rId2"/>
          <a:stretch>
            <a:fillRect/>
          </a:stretch>
        </p:blipFill>
        <p:spPr>
          <a:xfrm>
            <a:off x="0" y="2251911"/>
            <a:ext cx="5791200" cy="4533900"/>
          </a:xfrm>
          <a:prstGeom prst="rect">
            <a:avLst/>
          </a:prstGeom>
        </p:spPr>
      </p:pic>
      <p:pic>
        <p:nvPicPr>
          <p:cNvPr id="9" name="Picture 8">
            <a:extLst>
              <a:ext uri="{FF2B5EF4-FFF2-40B4-BE49-F238E27FC236}">
                <a16:creationId xmlns:a16="http://schemas.microsoft.com/office/drawing/2014/main" id="{8D0F0F09-782E-4A3F-A40B-D8E955FC95FA}"/>
              </a:ext>
            </a:extLst>
          </p:cNvPr>
          <p:cNvPicPr>
            <a:picLocks noChangeAspect="1"/>
          </p:cNvPicPr>
          <p:nvPr/>
        </p:nvPicPr>
        <p:blipFill>
          <a:blip r:embed="rId3"/>
          <a:stretch>
            <a:fillRect/>
          </a:stretch>
        </p:blipFill>
        <p:spPr>
          <a:xfrm>
            <a:off x="5791201" y="2251911"/>
            <a:ext cx="6400800" cy="4533900"/>
          </a:xfrm>
          <a:prstGeom prst="rect">
            <a:avLst/>
          </a:prstGeom>
        </p:spPr>
      </p:pic>
    </p:spTree>
    <p:extLst>
      <p:ext uri="{BB962C8B-B14F-4D97-AF65-F5344CB8AC3E}">
        <p14:creationId xmlns:p14="http://schemas.microsoft.com/office/powerpoint/2010/main" val="276318093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EB4A76-9F26-43D2-BFDA-99FC7F6ABC9A}"/>
              </a:ext>
            </a:extLst>
          </p:cNvPr>
          <p:cNvSpPr>
            <a:spLocks noGrp="1"/>
          </p:cNvSpPr>
          <p:nvPr>
            <p:ph type="title"/>
          </p:nvPr>
        </p:nvSpPr>
        <p:spPr/>
        <p:txBody>
          <a:bodyPr/>
          <a:lstStyle/>
          <a:p>
            <a:r>
              <a:rPr lang="en-US" dirty="0"/>
              <a:t>Sorting by name</a:t>
            </a:r>
          </a:p>
        </p:txBody>
      </p:sp>
      <p:sp>
        <p:nvSpPr>
          <p:cNvPr id="3" name="Content Placeholder 2">
            <a:extLst>
              <a:ext uri="{FF2B5EF4-FFF2-40B4-BE49-F238E27FC236}">
                <a16:creationId xmlns:a16="http://schemas.microsoft.com/office/drawing/2014/main" id="{7F3338AB-6EEF-4FC0-8CA7-F22C6ED15F5A}"/>
              </a:ext>
            </a:extLst>
          </p:cNvPr>
          <p:cNvSpPr>
            <a:spLocks noGrp="1"/>
          </p:cNvSpPr>
          <p:nvPr>
            <p:ph idx="1"/>
          </p:nvPr>
        </p:nvSpPr>
        <p:spPr/>
        <p:txBody>
          <a:bodyPr/>
          <a:lstStyle/>
          <a:p>
            <a:r>
              <a:rPr lang="en-US" dirty="0"/>
              <a:t>Click on the header inside the name column.</a:t>
            </a:r>
          </a:p>
          <a:p>
            <a:pPr marL="0" indent="0">
              <a:buNone/>
            </a:pPr>
            <a:endParaRPr lang="en-US" dirty="0"/>
          </a:p>
        </p:txBody>
      </p:sp>
      <p:pic>
        <p:nvPicPr>
          <p:cNvPr id="5" name="Picture 4">
            <a:extLst>
              <a:ext uri="{FF2B5EF4-FFF2-40B4-BE49-F238E27FC236}">
                <a16:creationId xmlns:a16="http://schemas.microsoft.com/office/drawing/2014/main" id="{1124C89A-7D3B-4DA2-B978-97D8870E2C27}"/>
              </a:ext>
            </a:extLst>
          </p:cNvPr>
          <p:cNvPicPr>
            <a:picLocks noChangeAspect="1"/>
          </p:cNvPicPr>
          <p:nvPr/>
        </p:nvPicPr>
        <p:blipFill>
          <a:blip r:embed="rId2"/>
          <a:stretch>
            <a:fillRect/>
          </a:stretch>
        </p:blipFill>
        <p:spPr>
          <a:xfrm>
            <a:off x="0" y="2244892"/>
            <a:ext cx="6785811" cy="4516855"/>
          </a:xfrm>
          <a:prstGeom prst="rect">
            <a:avLst/>
          </a:prstGeom>
        </p:spPr>
      </p:pic>
      <p:pic>
        <p:nvPicPr>
          <p:cNvPr id="7" name="Picture 6">
            <a:extLst>
              <a:ext uri="{FF2B5EF4-FFF2-40B4-BE49-F238E27FC236}">
                <a16:creationId xmlns:a16="http://schemas.microsoft.com/office/drawing/2014/main" id="{74E32D97-C079-4540-9A10-C6D82034D369}"/>
              </a:ext>
            </a:extLst>
          </p:cNvPr>
          <p:cNvPicPr>
            <a:picLocks noChangeAspect="1"/>
          </p:cNvPicPr>
          <p:nvPr/>
        </p:nvPicPr>
        <p:blipFill>
          <a:blip r:embed="rId3"/>
          <a:stretch>
            <a:fillRect/>
          </a:stretch>
        </p:blipFill>
        <p:spPr>
          <a:xfrm>
            <a:off x="6785811" y="2244892"/>
            <a:ext cx="5406189" cy="4516855"/>
          </a:xfrm>
          <a:prstGeom prst="rect">
            <a:avLst/>
          </a:prstGeom>
        </p:spPr>
      </p:pic>
    </p:spTree>
    <p:extLst>
      <p:ext uri="{BB962C8B-B14F-4D97-AF65-F5344CB8AC3E}">
        <p14:creationId xmlns:p14="http://schemas.microsoft.com/office/powerpoint/2010/main" val="252781749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B4ECD8-9E87-4111-8DF7-A67ECB2C0458}"/>
              </a:ext>
            </a:extLst>
          </p:cNvPr>
          <p:cNvSpPr>
            <a:spLocks noGrp="1"/>
          </p:cNvSpPr>
          <p:nvPr>
            <p:ph type="title"/>
          </p:nvPr>
        </p:nvSpPr>
        <p:spPr/>
        <p:txBody>
          <a:bodyPr/>
          <a:lstStyle/>
          <a:p>
            <a:r>
              <a:rPr lang="en-US" dirty="0"/>
              <a:t>Sort by Serial Number</a:t>
            </a:r>
          </a:p>
        </p:txBody>
      </p:sp>
      <p:sp>
        <p:nvSpPr>
          <p:cNvPr id="3" name="Content Placeholder 2">
            <a:extLst>
              <a:ext uri="{FF2B5EF4-FFF2-40B4-BE49-F238E27FC236}">
                <a16:creationId xmlns:a16="http://schemas.microsoft.com/office/drawing/2014/main" id="{A75863D1-8792-4E68-A820-A7C6DC355BA2}"/>
              </a:ext>
            </a:extLst>
          </p:cNvPr>
          <p:cNvSpPr>
            <a:spLocks noGrp="1"/>
          </p:cNvSpPr>
          <p:nvPr>
            <p:ph idx="1"/>
          </p:nvPr>
        </p:nvSpPr>
        <p:spPr/>
        <p:txBody>
          <a:bodyPr/>
          <a:lstStyle/>
          <a:p>
            <a:r>
              <a:rPr lang="en-US" dirty="0"/>
              <a:t>Click on the header inside the serial number column.</a:t>
            </a:r>
          </a:p>
          <a:p>
            <a:pPr marL="0" indent="0">
              <a:buNone/>
            </a:pPr>
            <a:endParaRPr lang="en-US" dirty="0"/>
          </a:p>
        </p:txBody>
      </p:sp>
      <p:pic>
        <p:nvPicPr>
          <p:cNvPr id="5" name="Picture 4">
            <a:extLst>
              <a:ext uri="{FF2B5EF4-FFF2-40B4-BE49-F238E27FC236}">
                <a16:creationId xmlns:a16="http://schemas.microsoft.com/office/drawing/2014/main" id="{62F5F5F4-212D-44B7-9F3E-46CF7F5A210A}"/>
              </a:ext>
            </a:extLst>
          </p:cNvPr>
          <p:cNvPicPr>
            <a:picLocks noChangeAspect="1"/>
          </p:cNvPicPr>
          <p:nvPr/>
        </p:nvPicPr>
        <p:blipFill>
          <a:blip r:embed="rId2"/>
          <a:stretch>
            <a:fillRect/>
          </a:stretch>
        </p:blipFill>
        <p:spPr>
          <a:xfrm>
            <a:off x="0" y="2215315"/>
            <a:ext cx="5574632" cy="4554453"/>
          </a:xfrm>
          <a:prstGeom prst="rect">
            <a:avLst/>
          </a:prstGeom>
        </p:spPr>
      </p:pic>
      <p:pic>
        <p:nvPicPr>
          <p:cNvPr id="7" name="Picture 6">
            <a:extLst>
              <a:ext uri="{FF2B5EF4-FFF2-40B4-BE49-F238E27FC236}">
                <a16:creationId xmlns:a16="http://schemas.microsoft.com/office/drawing/2014/main" id="{5D5089D8-49B4-4B7C-A22F-E89F7B9EB3F3}"/>
              </a:ext>
            </a:extLst>
          </p:cNvPr>
          <p:cNvPicPr>
            <a:picLocks noChangeAspect="1"/>
          </p:cNvPicPr>
          <p:nvPr/>
        </p:nvPicPr>
        <p:blipFill>
          <a:blip r:embed="rId3"/>
          <a:stretch>
            <a:fillRect/>
          </a:stretch>
        </p:blipFill>
        <p:spPr>
          <a:xfrm>
            <a:off x="5574632" y="2215315"/>
            <a:ext cx="6617368" cy="4554453"/>
          </a:xfrm>
          <a:prstGeom prst="rect">
            <a:avLst/>
          </a:prstGeom>
        </p:spPr>
      </p:pic>
    </p:spTree>
    <p:extLst>
      <p:ext uri="{BB962C8B-B14F-4D97-AF65-F5344CB8AC3E}">
        <p14:creationId xmlns:p14="http://schemas.microsoft.com/office/powerpoint/2010/main" val="226055431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387C2D-4583-4811-971D-4D0A7E164F42}"/>
              </a:ext>
            </a:extLst>
          </p:cNvPr>
          <p:cNvSpPr>
            <a:spLocks noGrp="1"/>
          </p:cNvSpPr>
          <p:nvPr>
            <p:ph type="title"/>
          </p:nvPr>
        </p:nvSpPr>
        <p:spPr/>
        <p:txBody>
          <a:bodyPr/>
          <a:lstStyle/>
          <a:p>
            <a:r>
              <a:rPr lang="en-US" dirty="0"/>
              <a:t>Sort by Value</a:t>
            </a:r>
          </a:p>
        </p:txBody>
      </p:sp>
      <p:sp>
        <p:nvSpPr>
          <p:cNvPr id="3" name="Content Placeholder 2">
            <a:extLst>
              <a:ext uri="{FF2B5EF4-FFF2-40B4-BE49-F238E27FC236}">
                <a16:creationId xmlns:a16="http://schemas.microsoft.com/office/drawing/2014/main" id="{BF57EDEB-F818-4E41-9A61-41B766F6FAB8}"/>
              </a:ext>
            </a:extLst>
          </p:cNvPr>
          <p:cNvSpPr>
            <a:spLocks noGrp="1"/>
          </p:cNvSpPr>
          <p:nvPr>
            <p:ph idx="1"/>
          </p:nvPr>
        </p:nvSpPr>
        <p:spPr/>
        <p:txBody>
          <a:bodyPr/>
          <a:lstStyle/>
          <a:p>
            <a:r>
              <a:rPr lang="en-US" dirty="0"/>
              <a:t>Click on the header inside the value column.</a:t>
            </a:r>
          </a:p>
          <a:p>
            <a:pPr marL="0" indent="0">
              <a:buNone/>
            </a:pPr>
            <a:endParaRPr lang="en-US" dirty="0"/>
          </a:p>
        </p:txBody>
      </p:sp>
      <p:pic>
        <p:nvPicPr>
          <p:cNvPr id="5" name="Picture 4">
            <a:extLst>
              <a:ext uri="{FF2B5EF4-FFF2-40B4-BE49-F238E27FC236}">
                <a16:creationId xmlns:a16="http://schemas.microsoft.com/office/drawing/2014/main" id="{7BF11B2C-64D9-4765-9F82-CC3F58AB425D}"/>
              </a:ext>
            </a:extLst>
          </p:cNvPr>
          <p:cNvPicPr>
            <a:picLocks noChangeAspect="1"/>
          </p:cNvPicPr>
          <p:nvPr/>
        </p:nvPicPr>
        <p:blipFill>
          <a:blip r:embed="rId2"/>
          <a:stretch>
            <a:fillRect/>
          </a:stretch>
        </p:blipFill>
        <p:spPr>
          <a:xfrm>
            <a:off x="1" y="2216568"/>
            <a:ext cx="6007768" cy="4545180"/>
          </a:xfrm>
          <a:prstGeom prst="rect">
            <a:avLst/>
          </a:prstGeom>
        </p:spPr>
      </p:pic>
      <p:pic>
        <p:nvPicPr>
          <p:cNvPr id="7" name="Picture 6">
            <a:extLst>
              <a:ext uri="{FF2B5EF4-FFF2-40B4-BE49-F238E27FC236}">
                <a16:creationId xmlns:a16="http://schemas.microsoft.com/office/drawing/2014/main" id="{B11DC4B0-8A4E-410A-ACAF-84B5852FE7F9}"/>
              </a:ext>
            </a:extLst>
          </p:cNvPr>
          <p:cNvPicPr>
            <a:picLocks noChangeAspect="1"/>
          </p:cNvPicPr>
          <p:nvPr/>
        </p:nvPicPr>
        <p:blipFill>
          <a:blip r:embed="rId3"/>
          <a:stretch>
            <a:fillRect/>
          </a:stretch>
        </p:blipFill>
        <p:spPr>
          <a:xfrm>
            <a:off x="6007769" y="2216568"/>
            <a:ext cx="6184230" cy="4545180"/>
          </a:xfrm>
          <a:prstGeom prst="rect">
            <a:avLst/>
          </a:prstGeom>
        </p:spPr>
      </p:pic>
    </p:spTree>
    <p:extLst>
      <p:ext uri="{BB962C8B-B14F-4D97-AF65-F5344CB8AC3E}">
        <p14:creationId xmlns:p14="http://schemas.microsoft.com/office/powerpoint/2010/main" val="57665039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320F07-2BA3-4F8C-9D2A-68AAC03F1F09}"/>
              </a:ext>
            </a:extLst>
          </p:cNvPr>
          <p:cNvSpPr>
            <a:spLocks noGrp="1"/>
          </p:cNvSpPr>
          <p:nvPr>
            <p:ph type="title"/>
          </p:nvPr>
        </p:nvSpPr>
        <p:spPr/>
        <p:txBody>
          <a:bodyPr/>
          <a:lstStyle/>
          <a:p>
            <a:r>
              <a:rPr lang="en-US" dirty="0"/>
              <a:t>Search by Name</a:t>
            </a:r>
          </a:p>
        </p:txBody>
      </p:sp>
      <p:sp>
        <p:nvSpPr>
          <p:cNvPr id="3" name="Content Placeholder 2">
            <a:extLst>
              <a:ext uri="{FF2B5EF4-FFF2-40B4-BE49-F238E27FC236}">
                <a16:creationId xmlns:a16="http://schemas.microsoft.com/office/drawing/2014/main" id="{65106171-2A78-44B1-A661-364D51CC4998}"/>
              </a:ext>
            </a:extLst>
          </p:cNvPr>
          <p:cNvSpPr>
            <a:spLocks noGrp="1"/>
          </p:cNvSpPr>
          <p:nvPr>
            <p:ph idx="1"/>
          </p:nvPr>
        </p:nvSpPr>
        <p:spPr/>
        <p:txBody>
          <a:bodyPr/>
          <a:lstStyle/>
          <a:p>
            <a:pPr marL="0" indent="0">
              <a:buNone/>
            </a:pPr>
            <a:r>
              <a:rPr lang="en-US" dirty="0"/>
              <a:t>Type a name you would like to search inside the search name textbox.</a:t>
            </a:r>
          </a:p>
          <a:p>
            <a:pPr marL="0" indent="0">
              <a:buNone/>
            </a:pPr>
            <a:endParaRPr lang="en-US" dirty="0"/>
          </a:p>
          <a:p>
            <a:endParaRPr lang="en-US" dirty="0"/>
          </a:p>
          <a:p>
            <a:endParaRPr lang="en-US" dirty="0"/>
          </a:p>
        </p:txBody>
      </p:sp>
      <p:pic>
        <p:nvPicPr>
          <p:cNvPr id="9" name="Picture 8">
            <a:extLst>
              <a:ext uri="{FF2B5EF4-FFF2-40B4-BE49-F238E27FC236}">
                <a16:creationId xmlns:a16="http://schemas.microsoft.com/office/drawing/2014/main" id="{899445D2-B029-4E25-9F95-44C15E6C98E1}"/>
              </a:ext>
            </a:extLst>
          </p:cNvPr>
          <p:cNvPicPr>
            <a:picLocks noChangeAspect="1"/>
          </p:cNvPicPr>
          <p:nvPr/>
        </p:nvPicPr>
        <p:blipFill>
          <a:blip r:embed="rId2"/>
          <a:stretch>
            <a:fillRect/>
          </a:stretch>
        </p:blipFill>
        <p:spPr>
          <a:xfrm>
            <a:off x="0" y="2192755"/>
            <a:ext cx="5558589" cy="4351338"/>
          </a:xfrm>
          <a:prstGeom prst="rect">
            <a:avLst/>
          </a:prstGeom>
        </p:spPr>
      </p:pic>
      <p:pic>
        <p:nvPicPr>
          <p:cNvPr id="11" name="Picture 10">
            <a:extLst>
              <a:ext uri="{FF2B5EF4-FFF2-40B4-BE49-F238E27FC236}">
                <a16:creationId xmlns:a16="http://schemas.microsoft.com/office/drawing/2014/main" id="{4BA517ED-3399-4AA5-B750-A7509886EF2C}"/>
              </a:ext>
            </a:extLst>
          </p:cNvPr>
          <p:cNvPicPr>
            <a:picLocks noChangeAspect="1"/>
          </p:cNvPicPr>
          <p:nvPr/>
        </p:nvPicPr>
        <p:blipFill>
          <a:blip r:embed="rId3"/>
          <a:stretch>
            <a:fillRect/>
          </a:stretch>
        </p:blipFill>
        <p:spPr>
          <a:xfrm>
            <a:off x="5558589" y="2192756"/>
            <a:ext cx="6633411" cy="4351338"/>
          </a:xfrm>
          <a:prstGeom prst="rect">
            <a:avLst/>
          </a:prstGeom>
        </p:spPr>
      </p:pic>
    </p:spTree>
    <p:extLst>
      <p:ext uri="{BB962C8B-B14F-4D97-AF65-F5344CB8AC3E}">
        <p14:creationId xmlns:p14="http://schemas.microsoft.com/office/powerpoint/2010/main" val="160592380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3CB1A1-BA59-425E-BE36-B1F4E9220C37}"/>
              </a:ext>
            </a:extLst>
          </p:cNvPr>
          <p:cNvSpPr>
            <a:spLocks noGrp="1"/>
          </p:cNvSpPr>
          <p:nvPr>
            <p:ph type="title"/>
          </p:nvPr>
        </p:nvSpPr>
        <p:spPr/>
        <p:txBody>
          <a:bodyPr/>
          <a:lstStyle/>
          <a:p>
            <a:r>
              <a:rPr lang="en-US" dirty="0"/>
              <a:t>Search by Serial Number </a:t>
            </a:r>
          </a:p>
        </p:txBody>
      </p:sp>
      <p:sp>
        <p:nvSpPr>
          <p:cNvPr id="3" name="Content Placeholder 2">
            <a:extLst>
              <a:ext uri="{FF2B5EF4-FFF2-40B4-BE49-F238E27FC236}">
                <a16:creationId xmlns:a16="http://schemas.microsoft.com/office/drawing/2014/main" id="{8D9DDAEC-999D-476A-B1D5-6084D6AF9871}"/>
              </a:ext>
            </a:extLst>
          </p:cNvPr>
          <p:cNvSpPr>
            <a:spLocks noGrp="1"/>
          </p:cNvSpPr>
          <p:nvPr>
            <p:ph idx="1"/>
          </p:nvPr>
        </p:nvSpPr>
        <p:spPr/>
        <p:txBody>
          <a:bodyPr/>
          <a:lstStyle/>
          <a:p>
            <a:pPr marL="0" indent="0">
              <a:buNone/>
            </a:pPr>
            <a:r>
              <a:rPr lang="en-US" dirty="0"/>
              <a:t>Type a serial number you would like to search inside the search serial number textbox.</a:t>
            </a:r>
          </a:p>
        </p:txBody>
      </p:sp>
      <p:pic>
        <p:nvPicPr>
          <p:cNvPr id="5" name="Picture 4">
            <a:extLst>
              <a:ext uri="{FF2B5EF4-FFF2-40B4-BE49-F238E27FC236}">
                <a16:creationId xmlns:a16="http://schemas.microsoft.com/office/drawing/2014/main" id="{D05C7771-D5EE-4180-8BA7-D7035D2324CE}"/>
              </a:ext>
            </a:extLst>
          </p:cNvPr>
          <p:cNvPicPr>
            <a:picLocks noChangeAspect="1"/>
          </p:cNvPicPr>
          <p:nvPr/>
        </p:nvPicPr>
        <p:blipFill>
          <a:blip r:embed="rId2"/>
          <a:stretch>
            <a:fillRect/>
          </a:stretch>
        </p:blipFill>
        <p:spPr>
          <a:xfrm>
            <a:off x="0" y="2550695"/>
            <a:ext cx="5927558" cy="4138863"/>
          </a:xfrm>
          <a:prstGeom prst="rect">
            <a:avLst/>
          </a:prstGeom>
        </p:spPr>
      </p:pic>
      <p:pic>
        <p:nvPicPr>
          <p:cNvPr id="7" name="Picture 6">
            <a:extLst>
              <a:ext uri="{FF2B5EF4-FFF2-40B4-BE49-F238E27FC236}">
                <a16:creationId xmlns:a16="http://schemas.microsoft.com/office/drawing/2014/main" id="{CBC14496-118E-4BD0-BE42-AD35FB4E8FE7}"/>
              </a:ext>
            </a:extLst>
          </p:cNvPr>
          <p:cNvPicPr>
            <a:picLocks noChangeAspect="1"/>
          </p:cNvPicPr>
          <p:nvPr/>
        </p:nvPicPr>
        <p:blipFill>
          <a:blip r:embed="rId3"/>
          <a:stretch>
            <a:fillRect/>
          </a:stretch>
        </p:blipFill>
        <p:spPr>
          <a:xfrm>
            <a:off x="5927558" y="2550695"/>
            <a:ext cx="6264442" cy="4138863"/>
          </a:xfrm>
          <a:prstGeom prst="rect">
            <a:avLst/>
          </a:prstGeom>
        </p:spPr>
      </p:pic>
    </p:spTree>
    <p:extLst>
      <p:ext uri="{BB962C8B-B14F-4D97-AF65-F5344CB8AC3E}">
        <p14:creationId xmlns:p14="http://schemas.microsoft.com/office/powerpoint/2010/main" val="325025662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A9B332-C9FD-4887-90A6-B66F496E13F7}"/>
              </a:ext>
            </a:extLst>
          </p:cNvPr>
          <p:cNvSpPr>
            <a:spLocks noGrp="1"/>
          </p:cNvSpPr>
          <p:nvPr>
            <p:ph type="title"/>
          </p:nvPr>
        </p:nvSpPr>
        <p:spPr/>
        <p:txBody>
          <a:bodyPr/>
          <a:lstStyle/>
          <a:p>
            <a:r>
              <a:rPr lang="en-US" dirty="0"/>
              <a:t>How to Save a TSV File</a:t>
            </a:r>
          </a:p>
        </p:txBody>
      </p:sp>
      <p:sp>
        <p:nvSpPr>
          <p:cNvPr id="3" name="Content Placeholder 2">
            <a:extLst>
              <a:ext uri="{FF2B5EF4-FFF2-40B4-BE49-F238E27FC236}">
                <a16:creationId xmlns:a16="http://schemas.microsoft.com/office/drawing/2014/main" id="{16C97E5E-4F39-4466-96CD-5388B9221A03}"/>
              </a:ext>
            </a:extLst>
          </p:cNvPr>
          <p:cNvSpPr>
            <a:spLocks noGrp="1"/>
          </p:cNvSpPr>
          <p:nvPr>
            <p:ph idx="1"/>
          </p:nvPr>
        </p:nvSpPr>
        <p:spPr/>
        <p:txBody>
          <a:bodyPr/>
          <a:lstStyle/>
          <a:p>
            <a:r>
              <a:rPr lang="en-US" dirty="0"/>
              <a:t>Step 1 : Click on the file tab on the top left hand corner of the application.</a:t>
            </a:r>
          </a:p>
          <a:p>
            <a:r>
              <a:rPr lang="en-US" dirty="0"/>
              <a:t>Step 2 : Once the drop down menu appears, click on the save button.</a:t>
            </a:r>
          </a:p>
          <a:p>
            <a:r>
              <a:rPr lang="en-US" dirty="0"/>
              <a:t>Step 3 : Once the file explorer window pops up, click on the Save as type drop down box, and select the TSV file extension.</a:t>
            </a:r>
          </a:p>
          <a:p>
            <a:r>
              <a:rPr lang="en-US" dirty="0"/>
              <a:t>Step 4 : Name your file and choose a location on your computer to save the file. </a:t>
            </a:r>
          </a:p>
          <a:p>
            <a:r>
              <a:rPr lang="en-US" dirty="0"/>
              <a:t>Step 5 : Click save.</a:t>
            </a:r>
          </a:p>
        </p:txBody>
      </p:sp>
    </p:spTree>
    <p:extLst>
      <p:ext uri="{BB962C8B-B14F-4D97-AF65-F5344CB8AC3E}">
        <p14:creationId xmlns:p14="http://schemas.microsoft.com/office/powerpoint/2010/main" val="182455626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7804E2-D768-470B-8390-57F3646BC197}"/>
              </a:ext>
            </a:extLst>
          </p:cNvPr>
          <p:cNvSpPr>
            <a:spLocks noGrp="1"/>
          </p:cNvSpPr>
          <p:nvPr>
            <p:ph type="title"/>
          </p:nvPr>
        </p:nvSpPr>
        <p:spPr/>
        <p:txBody>
          <a:bodyPr/>
          <a:lstStyle/>
          <a:p>
            <a:r>
              <a:rPr lang="en-US" dirty="0"/>
              <a:t>How to Save a TSV File Continued</a:t>
            </a:r>
          </a:p>
        </p:txBody>
      </p:sp>
      <p:pic>
        <p:nvPicPr>
          <p:cNvPr id="8" name="Content Placeholder 7">
            <a:extLst>
              <a:ext uri="{FF2B5EF4-FFF2-40B4-BE49-F238E27FC236}">
                <a16:creationId xmlns:a16="http://schemas.microsoft.com/office/drawing/2014/main" id="{3ABD05CD-8FA2-421D-93CF-08DCA6CFA1CB}"/>
              </a:ext>
            </a:extLst>
          </p:cNvPr>
          <p:cNvPicPr>
            <a:picLocks noGrp="1" noChangeAspect="1"/>
          </p:cNvPicPr>
          <p:nvPr>
            <p:ph idx="1"/>
          </p:nvPr>
        </p:nvPicPr>
        <p:blipFill>
          <a:blip r:embed="rId2"/>
          <a:stretch>
            <a:fillRect/>
          </a:stretch>
        </p:blipFill>
        <p:spPr>
          <a:xfrm>
            <a:off x="5607416" y="1825625"/>
            <a:ext cx="6584584" cy="4438817"/>
          </a:xfrm>
        </p:spPr>
      </p:pic>
      <p:pic>
        <p:nvPicPr>
          <p:cNvPr id="5" name="Picture 4">
            <a:extLst>
              <a:ext uri="{FF2B5EF4-FFF2-40B4-BE49-F238E27FC236}">
                <a16:creationId xmlns:a16="http://schemas.microsoft.com/office/drawing/2014/main" id="{A5264668-8E89-46C4-BBED-6560682FC397}"/>
              </a:ext>
            </a:extLst>
          </p:cNvPr>
          <p:cNvPicPr>
            <a:picLocks noChangeAspect="1"/>
          </p:cNvPicPr>
          <p:nvPr/>
        </p:nvPicPr>
        <p:blipFill>
          <a:blip r:embed="rId3"/>
          <a:stretch>
            <a:fillRect/>
          </a:stretch>
        </p:blipFill>
        <p:spPr>
          <a:xfrm>
            <a:off x="0" y="1825625"/>
            <a:ext cx="5598695" cy="4438817"/>
          </a:xfrm>
          <a:prstGeom prst="rect">
            <a:avLst/>
          </a:prstGeom>
        </p:spPr>
      </p:pic>
      <p:sp>
        <p:nvSpPr>
          <p:cNvPr id="6" name="TextBox 5">
            <a:extLst>
              <a:ext uri="{FF2B5EF4-FFF2-40B4-BE49-F238E27FC236}">
                <a16:creationId xmlns:a16="http://schemas.microsoft.com/office/drawing/2014/main" id="{3C67B7D5-5D24-4BF9-A1A9-9E7C2F22ADF1}"/>
              </a:ext>
            </a:extLst>
          </p:cNvPr>
          <p:cNvSpPr txBox="1"/>
          <p:nvPr/>
        </p:nvSpPr>
        <p:spPr>
          <a:xfrm>
            <a:off x="344906" y="1456293"/>
            <a:ext cx="794083" cy="369332"/>
          </a:xfrm>
          <a:prstGeom prst="rect">
            <a:avLst/>
          </a:prstGeom>
          <a:noFill/>
        </p:spPr>
        <p:txBody>
          <a:bodyPr wrap="square" rtlCol="0">
            <a:spAutoFit/>
          </a:bodyPr>
          <a:lstStyle/>
          <a:p>
            <a:r>
              <a:rPr lang="en-US" dirty="0"/>
              <a:t>Step 1</a:t>
            </a:r>
          </a:p>
        </p:txBody>
      </p:sp>
      <p:sp>
        <p:nvSpPr>
          <p:cNvPr id="9" name="TextBox 8">
            <a:extLst>
              <a:ext uri="{FF2B5EF4-FFF2-40B4-BE49-F238E27FC236}">
                <a16:creationId xmlns:a16="http://schemas.microsoft.com/office/drawing/2014/main" id="{B09C010F-C3A9-490F-BC83-2F157F8D610A}"/>
              </a:ext>
            </a:extLst>
          </p:cNvPr>
          <p:cNvSpPr txBox="1"/>
          <p:nvPr/>
        </p:nvSpPr>
        <p:spPr>
          <a:xfrm>
            <a:off x="5907258" y="1456293"/>
            <a:ext cx="1375858" cy="369332"/>
          </a:xfrm>
          <a:prstGeom prst="rect">
            <a:avLst/>
          </a:prstGeom>
          <a:noFill/>
        </p:spPr>
        <p:txBody>
          <a:bodyPr wrap="square" rtlCol="0">
            <a:spAutoFit/>
          </a:bodyPr>
          <a:lstStyle/>
          <a:p>
            <a:r>
              <a:rPr lang="en-US" dirty="0"/>
              <a:t>Steps 2 &amp; 3</a:t>
            </a:r>
          </a:p>
        </p:txBody>
      </p:sp>
    </p:spTree>
    <p:extLst>
      <p:ext uri="{BB962C8B-B14F-4D97-AF65-F5344CB8AC3E}">
        <p14:creationId xmlns:p14="http://schemas.microsoft.com/office/powerpoint/2010/main" val="192686765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B6B1A8-245E-40C9-BB2D-87D0563CB77C}"/>
              </a:ext>
            </a:extLst>
          </p:cNvPr>
          <p:cNvSpPr>
            <a:spLocks noGrp="1"/>
          </p:cNvSpPr>
          <p:nvPr>
            <p:ph type="title"/>
          </p:nvPr>
        </p:nvSpPr>
        <p:spPr/>
        <p:txBody>
          <a:bodyPr/>
          <a:lstStyle/>
          <a:p>
            <a:r>
              <a:rPr lang="en-US" dirty="0"/>
              <a:t>How to Save a TSV File Continued</a:t>
            </a:r>
          </a:p>
        </p:txBody>
      </p:sp>
      <p:sp>
        <p:nvSpPr>
          <p:cNvPr id="3" name="Content Placeholder 2">
            <a:extLst>
              <a:ext uri="{FF2B5EF4-FFF2-40B4-BE49-F238E27FC236}">
                <a16:creationId xmlns:a16="http://schemas.microsoft.com/office/drawing/2014/main" id="{8F572AE9-F259-419E-A882-A17CE94946E1}"/>
              </a:ext>
            </a:extLst>
          </p:cNvPr>
          <p:cNvSpPr>
            <a:spLocks noGrp="1"/>
          </p:cNvSpPr>
          <p:nvPr>
            <p:ph idx="1"/>
          </p:nvPr>
        </p:nvSpPr>
        <p:spPr>
          <a:xfrm>
            <a:off x="906379" y="1690688"/>
            <a:ext cx="9914021" cy="4802187"/>
          </a:xfrm>
        </p:spPr>
        <p:txBody>
          <a:bodyPr/>
          <a:lstStyle/>
          <a:p>
            <a:endParaRPr lang="en-US" dirty="0"/>
          </a:p>
        </p:txBody>
      </p:sp>
      <p:pic>
        <p:nvPicPr>
          <p:cNvPr id="5" name="Picture 4">
            <a:extLst>
              <a:ext uri="{FF2B5EF4-FFF2-40B4-BE49-F238E27FC236}">
                <a16:creationId xmlns:a16="http://schemas.microsoft.com/office/drawing/2014/main" id="{57C23882-346B-4EC8-88B9-2ED6C4ECA107}"/>
              </a:ext>
            </a:extLst>
          </p:cNvPr>
          <p:cNvPicPr>
            <a:picLocks noChangeAspect="1"/>
          </p:cNvPicPr>
          <p:nvPr/>
        </p:nvPicPr>
        <p:blipFill>
          <a:blip r:embed="rId2"/>
          <a:stretch>
            <a:fillRect/>
          </a:stretch>
        </p:blipFill>
        <p:spPr>
          <a:xfrm>
            <a:off x="906378" y="1690687"/>
            <a:ext cx="9914021" cy="4802187"/>
          </a:xfrm>
          <a:prstGeom prst="rect">
            <a:avLst/>
          </a:prstGeom>
        </p:spPr>
      </p:pic>
      <p:sp>
        <p:nvSpPr>
          <p:cNvPr id="6" name="TextBox 5">
            <a:extLst>
              <a:ext uri="{FF2B5EF4-FFF2-40B4-BE49-F238E27FC236}">
                <a16:creationId xmlns:a16="http://schemas.microsoft.com/office/drawing/2014/main" id="{89348710-64A9-4940-B97F-50FA333AE19D}"/>
              </a:ext>
            </a:extLst>
          </p:cNvPr>
          <p:cNvSpPr txBox="1"/>
          <p:nvPr/>
        </p:nvSpPr>
        <p:spPr>
          <a:xfrm>
            <a:off x="1355558" y="1321354"/>
            <a:ext cx="1507958" cy="369332"/>
          </a:xfrm>
          <a:prstGeom prst="rect">
            <a:avLst/>
          </a:prstGeom>
          <a:noFill/>
        </p:spPr>
        <p:txBody>
          <a:bodyPr wrap="square" rtlCol="0">
            <a:spAutoFit/>
          </a:bodyPr>
          <a:lstStyle/>
          <a:p>
            <a:r>
              <a:rPr lang="en-US" dirty="0"/>
              <a:t>Steps 4 &amp; 5</a:t>
            </a:r>
          </a:p>
        </p:txBody>
      </p:sp>
    </p:spTree>
    <p:extLst>
      <p:ext uri="{BB962C8B-B14F-4D97-AF65-F5344CB8AC3E}">
        <p14:creationId xmlns:p14="http://schemas.microsoft.com/office/powerpoint/2010/main" val="403645155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A9B332-C9FD-4887-90A6-B66F496E13F7}"/>
              </a:ext>
            </a:extLst>
          </p:cNvPr>
          <p:cNvSpPr>
            <a:spLocks noGrp="1"/>
          </p:cNvSpPr>
          <p:nvPr>
            <p:ph type="title"/>
          </p:nvPr>
        </p:nvSpPr>
        <p:spPr/>
        <p:txBody>
          <a:bodyPr/>
          <a:lstStyle/>
          <a:p>
            <a:r>
              <a:rPr lang="en-US" dirty="0"/>
              <a:t>How to Save a HTML File</a:t>
            </a:r>
          </a:p>
        </p:txBody>
      </p:sp>
      <p:sp>
        <p:nvSpPr>
          <p:cNvPr id="3" name="Content Placeholder 2">
            <a:extLst>
              <a:ext uri="{FF2B5EF4-FFF2-40B4-BE49-F238E27FC236}">
                <a16:creationId xmlns:a16="http://schemas.microsoft.com/office/drawing/2014/main" id="{16C97E5E-4F39-4466-96CD-5388B9221A03}"/>
              </a:ext>
            </a:extLst>
          </p:cNvPr>
          <p:cNvSpPr>
            <a:spLocks noGrp="1"/>
          </p:cNvSpPr>
          <p:nvPr>
            <p:ph idx="1"/>
          </p:nvPr>
        </p:nvSpPr>
        <p:spPr/>
        <p:txBody>
          <a:bodyPr/>
          <a:lstStyle/>
          <a:p>
            <a:r>
              <a:rPr lang="en-US" dirty="0"/>
              <a:t>Step 1 : Click on the file tab on the top left hand corner of the application.</a:t>
            </a:r>
          </a:p>
          <a:p>
            <a:r>
              <a:rPr lang="en-US" dirty="0"/>
              <a:t>Step 2 : Once the drop down menu appears, click on the save button.</a:t>
            </a:r>
          </a:p>
          <a:p>
            <a:r>
              <a:rPr lang="en-US" dirty="0"/>
              <a:t>Step 3 : Once the file explorer window pops up, click on the Save as type drop down box, and select the HTML file extension.</a:t>
            </a:r>
          </a:p>
          <a:p>
            <a:r>
              <a:rPr lang="en-US" dirty="0"/>
              <a:t>Step 4 : Name your file and choose a location on your computer to save the file. </a:t>
            </a:r>
          </a:p>
          <a:p>
            <a:r>
              <a:rPr lang="en-US" dirty="0"/>
              <a:t>Step 5 : Click save.</a:t>
            </a:r>
          </a:p>
        </p:txBody>
      </p:sp>
    </p:spTree>
    <p:extLst>
      <p:ext uri="{BB962C8B-B14F-4D97-AF65-F5344CB8AC3E}">
        <p14:creationId xmlns:p14="http://schemas.microsoft.com/office/powerpoint/2010/main" val="417030198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7804E2-D768-470B-8390-57F3646BC197}"/>
              </a:ext>
            </a:extLst>
          </p:cNvPr>
          <p:cNvSpPr>
            <a:spLocks noGrp="1"/>
          </p:cNvSpPr>
          <p:nvPr>
            <p:ph type="title"/>
          </p:nvPr>
        </p:nvSpPr>
        <p:spPr/>
        <p:txBody>
          <a:bodyPr/>
          <a:lstStyle/>
          <a:p>
            <a:r>
              <a:rPr lang="en-US" dirty="0"/>
              <a:t>How to Save a HTML File Continued</a:t>
            </a:r>
          </a:p>
        </p:txBody>
      </p:sp>
      <p:pic>
        <p:nvPicPr>
          <p:cNvPr id="8" name="Content Placeholder 7">
            <a:extLst>
              <a:ext uri="{FF2B5EF4-FFF2-40B4-BE49-F238E27FC236}">
                <a16:creationId xmlns:a16="http://schemas.microsoft.com/office/drawing/2014/main" id="{3ABD05CD-8FA2-421D-93CF-08DCA6CFA1CB}"/>
              </a:ext>
            </a:extLst>
          </p:cNvPr>
          <p:cNvPicPr>
            <a:picLocks noGrp="1" noChangeAspect="1"/>
          </p:cNvPicPr>
          <p:nvPr>
            <p:ph idx="1"/>
          </p:nvPr>
        </p:nvPicPr>
        <p:blipFill>
          <a:blip r:embed="rId2"/>
          <a:stretch>
            <a:fillRect/>
          </a:stretch>
        </p:blipFill>
        <p:spPr>
          <a:xfrm>
            <a:off x="5607416" y="1825625"/>
            <a:ext cx="6584584" cy="4438817"/>
          </a:xfrm>
        </p:spPr>
      </p:pic>
      <p:pic>
        <p:nvPicPr>
          <p:cNvPr id="5" name="Picture 4">
            <a:extLst>
              <a:ext uri="{FF2B5EF4-FFF2-40B4-BE49-F238E27FC236}">
                <a16:creationId xmlns:a16="http://schemas.microsoft.com/office/drawing/2014/main" id="{A5264668-8E89-46C4-BBED-6560682FC397}"/>
              </a:ext>
            </a:extLst>
          </p:cNvPr>
          <p:cNvPicPr>
            <a:picLocks noChangeAspect="1"/>
          </p:cNvPicPr>
          <p:nvPr/>
        </p:nvPicPr>
        <p:blipFill>
          <a:blip r:embed="rId3"/>
          <a:stretch>
            <a:fillRect/>
          </a:stretch>
        </p:blipFill>
        <p:spPr>
          <a:xfrm>
            <a:off x="0" y="1825625"/>
            <a:ext cx="5598695" cy="4438817"/>
          </a:xfrm>
          <a:prstGeom prst="rect">
            <a:avLst/>
          </a:prstGeom>
        </p:spPr>
      </p:pic>
      <p:sp>
        <p:nvSpPr>
          <p:cNvPr id="6" name="TextBox 5">
            <a:extLst>
              <a:ext uri="{FF2B5EF4-FFF2-40B4-BE49-F238E27FC236}">
                <a16:creationId xmlns:a16="http://schemas.microsoft.com/office/drawing/2014/main" id="{3C67B7D5-5D24-4BF9-A1A9-9E7C2F22ADF1}"/>
              </a:ext>
            </a:extLst>
          </p:cNvPr>
          <p:cNvSpPr txBox="1"/>
          <p:nvPr/>
        </p:nvSpPr>
        <p:spPr>
          <a:xfrm>
            <a:off x="344906" y="1456293"/>
            <a:ext cx="794083" cy="369332"/>
          </a:xfrm>
          <a:prstGeom prst="rect">
            <a:avLst/>
          </a:prstGeom>
          <a:noFill/>
        </p:spPr>
        <p:txBody>
          <a:bodyPr wrap="square" rtlCol="0">
            <a:spAutoFit/>
          </a:bodyPr>
          <a:lstStyle/>
          <a:p>
            <a:r>
              <a:rPr lang="en-US" dirty="0"/>
              <a:t>Step 1</a:t>
            </a:r>
          </a:p>
        </p:txBody>
      </p:sp>
      <p:sp>
        <p:nvSpPr>
          <p:cNvPr id="9" name="TextBox 8">
            <a:extLst>
              <a:ext uri="{FF2B5EF4-FFF2-40B4-BE49-F238E27FC236}">
                <a16:creationId xmlns:a16="http://schemas.microsoft.com/office/drawing/2014/main" id="{B09C010F-C3A9-490F-BC83-2F157F8D610A}"/>
              </a:ext>
            </a:extLst>
          </p:cNvPr>
          <p:cNvSpPr txBox="1"/>
          <p:nvPr/>
        </p:nvSpPr>
        <p:spPr>
          <a:xfrm>
            <a:off x="5907258" y="1456293"/>
            <a:ext cx="1375858" cy="369332"/>
          </a:xfrm>
          <a:prstGeom prst="rect">
            <a:avLst/>
          </a:prstGeom>
          <a:noFill/>
        </p:spPr>
        <p:txBody>
          <a:bodyPr wrap="square" rtlCol="0">
            <a:spAutoFit/>
          </a:bodyPr>
          <a:lstStyle/>
          <a:p>
            <a:r>
              <a:rPr lang="en-US" dirty="0"/>
              <a:t>Steps 2 &amp; 3</a:t>
            </a:r>
          </a:p>
        </p:txBody>
      </p:sp>
    </p:spTree>
    <p:extLst>
      <p:ext uri="{BB962C8B-B14F-4D97-AF65-F5344CB8AC3E}">
        <p14:creationId xmlns:p14="http://schemas.microsoft.com/office/powerpoint/2010/main" val="71792213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9493E6-6026-407F-A226-4D766B856092}"/>
              </a:ext>
            </a:extLst>
          </p:cNvPr>
          <p:cNvSpPr>
            <a:spLocks noGrp="1"/>
          </p:cNvSpPr>
          <p:nvPr>
            <p:ph type="title"/>
          </p:nvPr>
        </p:nvSpPr>
        <p:spPr/>
        <p:txBody>
          <a:bodyPr/>
          <a:lstStyle/>
          <a:p>
            <a:r>
              <a:rPr lang="en-US" dirty="0"/>
              <a:t>How to Save a HTML File Continued</a:t>
            </a:r>
          </a:p>
        </p:txBody>
      </p:sp>
      <p:pic>
        <p:nvPicPr>
          <p:cNvPr id="5" name="Content Placeholder 4">
            <a:extLst>
              <a:ext uri="{FF2B5EF4-FFF2-40B4-BE49-F238E27FC236}">
                <a16:creationId xmlns:a16="http://schemas.microsoft.com/office/drawing/2014/main" id="{2931C9F2-0271-45FF-AE9F-E66B14074D02}"/>
              </a:ext>
            </a:extLst>
          </p:cNvPr>
          <p:cNvPicPr>
            <a:picLocks noGrp="1" noChangeAspect="1"/>
          </p:cNvPicPr>
          <p:nvPr>
            <p:ph idx="1"/>
          </p:nvPr>
        </p:nvPicPr>
        <p:blipFill>
          <a:blip r:embed="rId2"/>
          <a:stretch>
            <a:fillRect/>
          </a:stretch>
        </p:blipFill>
        <p:spPr>
          <a:xfrm>
            <a:off x="1435767" y="1825625"/>
            <a:ext cx="9135979" cy="4667250"/>
          </a:xfrm>
        </p:spPr>
      </p:pic>
      <p:sp>
        <p:nvSpPr>
          <p:cNvPr id="6" name="TextBox 5">
            <a:extLst>
              <a:ext uri="{FF2B5EF4-FFF2-40B4-BE49-F238E27FC236}">
                <a16:creationId xmlns:a16="http://schemas.microsoft.com/office/drawing/2014/main" id="{1ABAB44D-225D-4FA6-A7C9-07C563DC94A4}"/>
              </a:ext>
            </a:extLst>
          </p:cNvPr>
          <p:cNvSpPr txBox="1"/>
          <p:nvPr/>
        </p:nvSpPr>
        <p:spPr>
          <a:xfrm>
            <a:off x="1933074" y="1456293"/>
            <a:ext cx="1532021" cy="369332"/>
          </a:xfrm>
          <a:prstGeom prst="rect">
            <a:avLst/>
          </a:prstGeom>
          <a:noFill/>
        </p:spPr>
        <p:txBody>
          <a:bodyPr wrap="square" rtlCol="0">
            <a:spAutoFit/>
          </a:bodyPr>
          <a:lstStyle/>
          <a:p>
            <a:r>
              <a:rPr lang="en-US" dirty="0"/>
              <a:t>Steps 4 &amp; 5</a:t>
            </a:r>
          </a:p>
        </p:txBody>
      </p:sp>
    </p:spTree>
    <p:extLst>
      <p:ext uri="{BB962C8B-B14F-4D97-AF65-F5344CB8AC3E}">
        <p14:creationId xmlns:p14="http://schemas.microsoft.com/office/powerpoint/2010/main" val="351546997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A9B332-C9FD-4887-90A6-B66F496E13F7}"/>
              </a:ext>
            </a:extLst>
          </p:cNvPr>
          <p:cNvSpPr>
            <a:spLocks noGrp="1"/>
          </p:cNvSpPr>
          <p:nvPr>
            <p:ph type="title"/>
          </p:nvPr>
        </p:nvSpPr>
        <p:spPr/>
        <p:txBody>
          <a:bodyPr/>
          <a:lstStyle/>
          <a:p>
            <a:r>
              <a:rPr lang="en-US" dirty="0"/>
              <a:t>How to Save a JSON File</a:t>
            </a:r>
          </a:p>
        </p:txBody>
      </p:sp>
      <p:sp>
        <p:nvSpPr>
          <p:cNvPr id="3" name="Content Placeholder 2">
            <a:extLst>
              <a:ext uri="{FF2B5EF4-FFF2-40B4-BE49-F238E27FC236}">
                <a16:creationId xmlns:a16="http://schemas.microsoft.com/office/drawing/2014/main" id="{16C97E5E-4F39-4466-96CD-5388B9221A03}"/>
              </a:ext>
            </a:extLst>
          </p:cNvPr>
          <p:cNvSpPr>
            <a:spLocks noGrp="1"/>
          </p:cNvSpPr>
          <p:nvPr>
            <p:ph idx="1"/>
          </p:nvPr>
        </p:nvSpPr>
        <p:spPr/>
        <p:txBody>
          <a:bodyPr/>
          <a:lstStyle/>
          <a:p>
            <a:r>
              <a:rPr lang="en-US" dirty="0"/>
              <a:t>Step 1 : Click on the file tab on the top left hand corner of the application.</a:t>
            </a:r>
          </a:p>
          <a:p>
            <a:r>
              <a:rPr lang="en-US" dirty="0"/>
              <a:t>Step 2 : Once the drop down menu appears, click on the save button.</a:t>
            </a:r>
          </a:p>
          <a:p>
            <a:r>
              <a:rPr lang="en-US" dirty="0"/>
              <a:t>Step 3 : Once the file explorer window pops up, click on the Save as type drop down box, and select the JSON file extension.</a:t>
            </a:r>
          </a:p>
          <a:p>
            <a:r>
              <a:rPr lang="en-US" dirty="0"/>
              <a:t>Step 4 : Name your file and choose a location on your computer to save the file. </a:t>
            </a:r>
          </a:p>
          <a:p>
            <a:r>
              <a:rPr lang="en-US" dirty="0"/>
              <a:t>Step 5 : Click save.</a:t>
            </a:r>
          </a:p>
        </p:txBody>
      </p:sp>
    </p:spTree>
    <p:extLst>
      <p:ext uri="{BB962C8B-B14F-4D97-AF65-F5344CB8AC3E}">
        <p14:creationId xmlns:p14="http://schemas.microsoft.com/office/powerpoint/2010/main" val="373630026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7804E2-D768-470B-8390-57F3646BC197}"/>
              </a:ext>
            </a:extLst>
          </p:cNvPr>
          <p:cNvSpPr>
            <a:spLocks noGrp="1"/>
          </p:cNvSpPr>
          <p:nvPr>
            <p:ph type="title"/>
          </p:nvPr>
        </p:nvSpPr>
        <p:spPr/>
        <p:txBody>
          <a:bodyPr/>
          <a:lstStyle/>
          <a:p>
            <a:r>
              <a:rPr lang="en-US" dirty="0"/>
              <a:t>How to Save a JSON File Continued</a:t>
            </a:r>
          </a:p>
        </p:txBody>
      </p:sp>
      <p:pic>
        <p:nvPicPr>
          <p:cNvPr id="8" name="Content Placeholder 7">
            <a:extLst>
              <a:ext uri="{FF2B5EF4-FFF2-40B4-BE49-F238E27FC236}">
                <a16:creationId xmlns:a16="http://schemas.microsoft.com/office/drawing/2014/main" id="{3ABD05CD-8FA2-421D-93CF-08DCA6CFA1CB}"/>
              </a:ext>
            </a:extLst>
          </p:cNvPr>
          <p:cNvPicPr>
            <a:picLocks noGrp="1" noChangeAspect="1"/>
          </p:cNvPicPr>
          <p:nvPr>
            <p:ph idx="1"/>
          </p:nvPr>
        </p:nvPicPr>
        <p:blipFill>
          <a:blip r:embed="rId2"/>
          <a:stretch>
            <a:fillRect/>
          </a:stretch>
        </p:blipFill>
        <p:spPr>
          <a:xfrm>
            <a:off x="5607416" y="1825625"/>
            <a:ext cx="6584584" cy="4438817"/>
          </a:xfrm>
        </p:spPr>
      </p:pic>
      <p:pic>
        <p:nvPicPr>
          <p:cNvPr id="5" name="Picture 4">
            <a:extLst>
              <a:ext uri="{FF2B5EF4-FFF2-40B4-BE49-F238E27FC236}">
                <a16:creationId xmlns:a16="http://schemas.microsoft.com/office/drawing/2014/main" id="{A5264668-8E89-46C4-BBED-6560682FC397}"/>
              </a:ext>
            </a:extLst>
          </p:cNvPr>
          <p:cNvPicPr>
            <a:picLocks noChangeAspect="1"/>
          </p:cNvPicPr>
          <p:nvPr/>
        </p:nvPicPr>
        <p:blipFill>
          <a:blip r:embed="rId3"/>
          <a:stretch>
            <a:fillRect/>
          </a:stretch>
        </p:blipFill>
        <p:spPr>
          <a:xfrm>
            <a:off x="0" y="1825625"/>
            <a:ext cx="5598695" cy="4438817"/>
          </a:xfrm>
          <a:prstGeom prst="rect">
            <a:avLst/>
          </a:prstGeom>
        </p:spPr>
      </p:pic>
      <p:sp>
        <p:nvSpPr>
          <p:cNvPr id="6" name="TextBox 5">
            <a:extLst>
              <a:ext uri="{FF2B5EF4-FFF2-40B4-BE49-F238E27FC236}">
                <a16:creationId xmlns:a16="http://schemas.microsoft.com/office/drawing/2014/main" id="{3C67B7D5-5D24-4BF9-A1A9-9E7C2F22ADF1}"/>
              </a:ext>
            </a:extLst>
          </p:cNvPr>
          <p:cNvSpPr txBox="1"/>
          <p:nvPr/>
        </p:nvSpPr>
        <p:spPr>
          <a:xfrm>
            <a:off x="344906" y="1456293"/>
            <a:ext cx="794083" cy="369332"/>
          </a:xfrm>
          <a:prstGeom prst="rect">
            <a:avLst/>
          </a:prstGeom>
          <a:noFill/>
        </p:spPr>
        <p:txBody>
          <a:bodyPr wrap="square" rtlCol="0">
            <a:spAutoFit/>
          </a:bodyPr>
          <a:lstStyle/>
          <a:p>
            <a:r>
              <a:rPr lang="en-US" dirty="0"/>
              <a:t>Step 1</a:t>
            </a:r>
          </a:p>
        </p:txBody>
      </p:sp>
      <p:sp>
        <p:nvSpPr>
          <p:cNvPr id="9" name="TextBox 8">
            <a:extLst>
              <a:ext uri="{FF2B5EF4-FFF2-40B4-BE49-F238E27FC236}">
                <a16:creationId xmlns:a16="http://schemas.microsoft.com/office/drawing/2014/main" id="{B09C010F-C3A9-490F-BC83-2F157F8D610A}"/>
              </a:ext>
            </a:extLst>
          </p:cNvPr>
          <p:cNvSpPr txBox="1"/>
          <p:nvPr/>
        </p:nvSpPr>
        <p:spPr>
          <a:xfrm>
            <a:off x="5907258" y="1456293"/>
            <a:ext cx="1375858" cy="369332"/>
          </a:xfrm>
          <a:prstGeom prst="rect">
            <a:avLst/>
          </a:prstGeom>
          <a:noFill/>
        </p:spPr>
        <p:txBody>
          <a:bodyPr wrap="square" rtlCol="0">
            <a:spAutoFit/>
          </a:bodyPr>
          <a:lstStyle/>
          <a:p>
            <a:r>
              <a:rPr lang="en-US" dirty="0"/>
              <a:t>Steps 2 &amp; 3</a:t>
            </a:r>
          </a:p>
        </p:txBody>
      </p:sp>
    </p:spTree>
    <p:extLst>
      <p:ext uri="{BB962C8B-B14F-4D97-AF65-F5344CB8AC3E}">
        <p14:creationId xmlns:p14="http://schemas.microsoft.com/office/powerpoint/2010/main" val="317200249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BD2D7A-D778-44BA-899E-C80E25A2B40C}"/>
              </a:ext>
            </a:extLst>
          </p:cNvPr>
          <p:cNvSpPr>
            <a:spLocks noGrp="1"/>
          </p:cNvSpPr>
          <p:nvPr>
            <p:ph type="title"/>
          </p:nvPr>
        </p:nvSpPr>
        <p:spPr/>
        <p:txBody>
          <a:bodyPr/>
          <a:lstStyle/>
          <a:p>
            <a:r>
              <a:rPr lang="en-US" dirty="0"/>
              <a:t>How to Save a JSON File Continued</a:t>
            </a:r>
          </a:p>
        </p:txBody>
      </p:sp>
      <p:pic>
        <p:nvPicPr>
          <p:cNvPr id="5" name="Content Placeholder 4">
            <a:extLst>
              <a:ext uri="{FF2B5EF4-FFF2-40B4-BE49-F238E27FC236}">
                <a16:creationId xmlns:a16="http://schemas.microsoft.com/office/drawing/2014/main" id="{0390A9ED-362C-4367-AEEC-41D871B54BFF}"/>
              </a:ext>
            </a:extLst>
          </p:cNvPr>
          <p:cNvPicPr>
            <a:picLocks noGrp="1" noChangeAspect="1"/>
          </p:cNvPicPr>
          <p:nvPr>
            <p:ph idx="1"/>
          </p:nvPr>
        </p:nvPicPr>
        <p:blipFill>
          <a:blip r:embed="rId2"/>
          <a:stretch>
            <a:fillRect/>
          </a:stretch>
        </p:blipFill>
        <p:spPr>
          <a:xfrm>
            <a:off x="1106905" y="1459832"/>
            <a:ext cx="9312442" cy="4717131"/>
          </a:xfrm>
        </p:spPr>
      </p:pic>
      <p:sp>
        <p:nvSpPr>
          <p:cNvPr id="6" name="TextBox 5">
            <a:extLst>
              <a:ext uri="{FF2B5EF4-FFF2-40B4-BE49-F238E27FC236}">
                <a16:creationId xmlns:a16="http://schemas.microsoft.com/office/drawing/2014/main" id="{F3DCF4CE-5C7D-4BD0-B5AA-A4B72375221A}"/>
              </a:ext>
            </a:extLst>
          </p:cNvPr>
          <p:cNvSpPr txBox="1"/>
          <p:nvPr/>
        </p:nvSpPr>
        <p:spPr>
          <a:xfrm>
            <a:off x="1909010" y="1090500"/>
            <a:ext cx="1307432" cy="369332"/>
          </a:xfrm>
          <a:prstGeom prst="rect">
            <a:avLst/>
          </a:prstGeom>
          <a:noFill/>
        </p:spPr>
        <p:txBody>
          <a:bodyPr wrap="square" rtlCol="0">
            <a:spAutoFit/>
          </a:bodyPr>
          <a:lstStyle/>
          <a:p>
            <a:r>
              <a:rPr lang="en-US" dirty="0"/>
              <a:t>Steps 4 &amp; 5</a:t>
            </a:r>
          </a:p>
        </p:txBody>
      </p:sp>
    </p:spTree>
    <p:extLst>
      <p:ext uri="{BB962C8B-B14F-4D97-AF65-F5344CB8AC3E}">
        <p14:creationId xmlns:p14="http://schemas.microsoft.com/office/powerpoint/2010/main" val="134795714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2CDF69-6CB9-4E2D-803C-F2EA46487C15}"/>
              </a:ext>
            </a:extLst>
          </p:cNvPr>
          <p:cNvSpPr>
            <a:spLocks noGrp="1"/>
          </p:cNvSpPr>
          <p:nvPr>
            <p:ph type="title"/>
          </p:nvPr>
        </p:nvSpPr>
        <p:spPr/>
        <p:txBody>
          <a:bodyPr/>
          <a:lstStyle/>
          <a:p>
            <a:r>
              <a:rPr lang="en-US" dirty="0"/>
              <a:t>How to Load a TSV File</a:t>
            </a:r>
          </a:p>
        </p:txBody>
      </p:sp>
      <p:sp>
        <p:nvSpPr>
          <p:cNvPr id="3" name="Content Placeholder 2">
            <a:extLst>
              <a:ext uri="{FF2B5EF4-FFF2-40B4-BE49-F238E27FC236}">
                <a16:creationId xmlns:a16="http://schemas.microsoft.com/office/drawing/2014/main" id="{620EBD95-8703-4B04-ACEA-1DD43256F312}"/>
              </a:ext>
            </a:extLst>
          </p:cNvPr>
          <p:cNvSpPr>
            <a:spLocks noGrp="1"/>
          </p:cNvSpPr>
          <p:nvPr>
            <p:ph idx="1"/>
          </p:nvPr>
        </p:nvSpPr>
        <p:spPr/>
        <p:txBody>
          <a:bodyPr>
            <a:normAutofit/>
          </a:bodyPr>
          <a:lstStyle/>
          <a:p>
            <a:r>
              <a:rPr lang="en-US" dirty="0"/>
              <a:t>Step 1 : Click on the file tab on the top left hand corner of the application.</a:t>
            </a:r>
          </a:p>
          <a:p>
            <a:r>
              <a:rPr lang="en-US" dirty="0"/>
              <a:t>Step 2 : Once the drop down menu appears, click on the load button.</a:t>
            </a:r>
          </a:p>
          <a:p>
            <a:r>
              <a:rPr lang="en-US" dirty="0"/>
              <a:t>Step 3 : Once the file explorer window pops up, click on the drop down box on the bottom right corner, and select the TSV file extension.</a:t>
            </a:r>
          </a:p>
          <a:p>
            <a:r>
              <a:rPr lang="en-US" dirty="0"/>
              <a:t>Step 4 : Choose the location on your computer where your file is located. </a:t>
            </a:r>
          </a:p>
          <a:p>
            <a:r>
              <a:rPr lang="en-US" dirty="0"/>
              <a:t>Step 5 : Choose the file and click open.</a:t>
            </a:r>
          </a:p>
          <a:p>
            <a:pPr marL="0" indent="0">
              <a:buNone/>
            </a:pPr>
            <a:endParaRPr lang="en-US" dirty="0"/>
          </a:p>
        </p:txBody>
      </p:sp>
    </p:spTree>
    <p:extLst>
      <p:ext uri="{BB962C8B-B14F-4D97-AF65-F5344CB8AC3E}">
        <p14:creationId xmlns:p14="http://schemas.microsoft.com/office/powerpoint/2010/main" val="386672249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9C6846-3508-430B-9797-571336FB14CB}"/>
              </a:ext>
            </a:extLst>
          </p:cNvPr>
          <p:cNvSpPr>
            <a:spLocks noGrp="1"/>
          </p:cNvSpPr>
          <p:nvPr>
            <p:ph type="title"/>
          </p:nvPr>
        </p:nvSpPr>
        <p:spPr/>
        <p:txBody>
          <a:bodyPr/>
          <a:lstStyle/>
          <a:p>
            <a:r>
              <a:rPr lang="en-US" dirty="0"/>
              <a:t>How to Load a TSV File Continued</a:t>
            </a:r>
          </a:p>
        </p:txBody>
      </p:sp>
      <p:pic>
        <p:nvPicPr>
          <p:cNvPr id="5" name="Content Placeholder 4">
            <a:extLst>
              <a:ext uri="{FF2B5EF4-FFF2-40B4-BE49-F238E27FC236}">
                <a16:creationId xmlns:a16="http://schemas.microsoft.com/office/drawing/2014/main" id="{60C901E3-758D-4519-9286-119B3EF48BDE}"/>
              </a:ext>
            </a:extLst>
          </p:cNvPr>
          <p:cNvPicPr>
            <a:picLocks noGrp="1" noChangeAspect="1"/>
          </p:cNvPicPr>
          <p:nvPr>
            <p:ph idx="1"/>
          </p:nvPr>
        </p:nvPicPr>
        <p:blipFill>
          <a:blip r:embed="rId2"/>
          <a:stretch>
            <a:fillRect/>
          </a:stretch>
        </p:blipFill>
        <p:spPr>
          <a:xfrm>
            <a:off x="0" y="1690688"/>
            <a:ext cx="5506453" cy="4351338"/>
          </a:xfrm>
        </p:spPr>
      </p:pic>
      <p:pic>
        <p:nvPicPr>
          <p:cNvPr id="7" name="Picture 6">
            <a:extLst>
              <a:ext uri="{FF2B5EF4-FFF2-40B4-BE49-F238E27FC236}">
                <a16:creationId xmlns:a16="http://schemas.microsoft.com/office/drawing/2014/main" id="{DBECAF53-BFF6-4331-97F2-7696F5804CE2}"/>
              </a:ext>
            </a:extLst>
          </p:cNvPr>
          <p:cNvPicPr>
            <a:picLocks noChangeAspect="1"/>
          </p:cNvPicPr>
          <p:nvPr/>
        </p:nvPicPr>
        <p:blipFill>
          <a:blip r:embed="rId3"/>
          <a:stretch>
            <a:fillRect/>
          </a:stretch>
        </p:blipFill>
        <p:spPr>
          <a:xfrm>
            <a:off x="5506453" y="1690688"/>
            <a:ext cx="6685547" cy="4351338"/>
          </a:xfrm>
          <a:prstGeom prst="rect">
            <a:avLst/>
          </a:prstGeom>
        </p:spPr>
      </p:pic>
      <p:sp>
        <p:nvSpPr>
          <p:cNvPr id="8" name="TextBox 7">
            <a:extLst>
              <a:ext uri="{FF2B5EF4-FFF2-40B4-BE49-F238E27FC236}">
                <a16:creationId xmlns:a16="http://schemas.microsoft.com/office/drawing/2014/main" id="{5367F2D9-B80E-436C-ACAC-F427D3643222}"/>
              </a:ext>
            </a:extLst>
          </p:cNvPr>
          <p:cNvSpPr txBox="1"/>
          <p:nvPr/>
        </p:nvSpPr>
        <p:spPr>
          <a:xfrm>
            <a:off x="326735" y="1321356"/>
            <a:ext cx="1044865" cy="369332"/>
          </a:xfrm>
          <a:prstGeom prst="rect">
            <a:avLst/>
          </a:prstGeom>
          <a:noFill/>
        </p:spPr>
        <p:txBody>
          <a:bodyPr wrap="square" rtlCol="0">
            <a:spAutoFit/>
          </a:bodyPr>
          <a:lstStyle/>
          <a:p>
            <a:r>
              <a:rPr lang="en-US" dirty="0"/>
              <a:t>Step 1</a:t>
            </a:r>
          </a:p>
        </p:txBody>
      </p:sp>
      <p:sp>
        <p:nvSpPr>
          <p:cNvPr id="9" name="TextBox 8">
            <a:extLst>
              <a:ext uri="{FF2B5EF4-FFF2-40B4-BE49-F238E27FC236}">
                <a16:creationId xmlns:a16="http://schemas.microsoft.com/office/drawing/2014/main" id="{BE5C30CE-644B-4CD2-9EC9-D204674D887E}"/>
              </a:ext>
            </a:extLst>
          </p:cNvPr>
          <p:cNvSpPr txBox="1"/>
          <p:nvPr/>
        </p:nvSpPr>
        <p:spPr>
          <a:xfrm>
            <a:off x="6096000" y="1321356"/>
            <a:ext cx="1588168" cy="369332"/>
          </a:xfrm>
          <a:prstGeom prst="rect">
            <a:avLst/>
          </a:prstGeom>
          <a:noFill/>
        </p:spPr>
        <p:txBody>
          <a:bodyPr wrap="square" rtlCol="0">
            <a:spAutoFit/>
          </a:bodyPr>
          <a:lstStyle/>
          <a:p>
            <a:r>
              <a:rPr lang="en-US" dirty="0"/>
              <a:t>Steps 2,3,4 &amp; 5</a:t>
            </a:r>
          </a:p>
        </p:txBody>
      </p:sp>
    </p:spTree>
    <p:extLst>
      <p:ext uri="{BB962C8B-B14F-4D97-AF65-F5344CB8AC3E}">
        <p14:creationId xmlns:p14="http://schemas.microsoft.com/office/powerpoint/2010/main" val="266414764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2CDF69-6CB9-4E2D-803C-F2EA46487C15}"/>
              </a:ext>
            </a:extLst>
          </p:cNvPr>
          <p:cNvSpPr>
            <a:spLocks noGrp="1"/>
          </p:cNvSpPr>
          <p:nvPr>
            <p:ph type="title"/>
          </p:nvPr>
        </p:nvSpPr>
        <p:spPr/>
        <p:txBody>
          <a:bodyPr/>
          <a:lstStyle/>
          <a:p>
            <a:r>
              <a:rPr lang="en-US" dirty="0"/>
              <a:t>How to Load a HTML File</a:t>
            </a:r>
          </a:p>
        </p:txBody>
      </p:sp>
      <p:sp>
        <p:nvSpPr>
          <p:cNvPr id="3" name="Content Placeholder 2">
            <a:extLst>
              <a:ext uri="{FF2B5EF4-FFF2-40B4-BE49-F238E27FC236}">
                <a16:creationId xmlns:a16="http://schemas.microsoft.com/office/drawing/2014/main" id="{620EBD95-8703-4B04-ACEA-1DD43256F312}"/>
              </a:ext>
            </a:extLst>
          </p:cNvPr>
          <p:cNvSpPr>
            <a:spLocks noGrp="1"/>
          </p:cNvSpPr>
          <p:nvPr>
            <p:ph idx="1"/>
          </p:nvPr>
        </p:nvSpPr>
        <p:spPr/>
        <p:txBody>
          <a:bodyPr>
            <a:normAutofit/>
          </a:bodyPr>
          <a:lstStyle/>
          <a:p>
            <a:r>
              <a:rPr lang="en-US" dirty="0"/>
              <a:t>Step 1 : Click on the file tab on the top left hand corner of the application.</a:t>
            </a:r>
          </a:p>
          <a:p>
            <a:r>
              <a:rPr lang="en-US" dirty="0"/>
              <a:t>Step 2 : Once the drop down menu appears, click on the load button.</a:t>
            </a:r>
          </a:p>
          <a:p>
            <a:r>
              <a:rPr lang="en-US" dirty="0"/>
              <a:t>Step 3 : Once the file explorer window pops up, click on the drop down box on the bottom right corner, and select the HTML file extension.</a:t>
            </a:r>
          </a:p>
          <a:p>
            <a:r>
              <a:rPr lang="en-US" dirty="0"/>
              <a:t>Step 4 : Choose the location on your computer where your file is located. </a:t>
            </a:r>
          </a:p>
          <a:p>
            <a:r>
              <a:rPr lang="en-US" dirty="0"/>
              <a:t>Step 5 : Choose the file and click open.</a:t>
            </a:r>
          </a:p>
          <a:p>
            <a:pPr marL="0" indent="0">
              <a:buNone/>
            </a:pPr>
            <a:endParaRPr lang="en-US" dirty="0"/>
          </a:p>
        </p:txBody>
      </p:sp>
    </p:spTree>
    <p:extLst>
      <p:ext uri="{BB962C8B-B14F-4D97-AF65-F5344CB8AC3E}">
        <p14:creationId xmlns:p14="http://schemas.microsoft.com/office/powerpoint/2010/main" val="50649282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C13BED-8002-499A-9C70-4544AF7F75BE}"/>
              </a:ext>
            </a:extLst>
          </p:cNvPr>
          <p:cNvSpPr>
            <a:spLocks noGrp="1"/>
          </p:cNvSpPr>
          <p:nvPr>
            <p:ph type="title"/>
          </p:nvPr>
        </p:nvSpPr>
        <p:spPr/>
        <p:txBody>
          <a:bodyPr/>
          <a:lstStyle/>
          <a:p>
            <a:r>
              <a:rPr lang="en-US" dirty="0"/>
              <a:t>How to Load a HTML File Continued</a:t>
            </a:r>
          </a:p>
        </p:txBody>
      </p:sp>
      <p:pic>
        <p:nvPicPr>
          <p:cNvPr id="5" name="Content Placeholder 4">
            <a:extLst>
              <a:ext uri="{FF2B5EF4-FFF2-40B4-BE49-F238E27FC236}">
                <a16:creationId xmlns:a16="http://schemas.microsoft.com/office/drawing/2014/main" id="{E1909759-2EC9-4612-925E-966A939E3FB8}"/>
              </a:ext>
            </a:extLst>
          </p:cNvPr>
          <p:cNvPicPr>
            <a:picLocks noGrp="1" noChangeAspect="1"/>
          </p:cNvPicPr>
          <p:nvPr>
            <p:ph idx="1"/>
          </p:nvPr>
        </p:nvPicPr>
        <p:blipFill>
          <a:blip r:embed="rId2"/>
          <a:stretch>
            <a:fillRect/>
          </a:stretch>
        </p:blipFill>
        <p:spPr>
          <a:xfrm>
            <a:off x="1" y="1541588"/>
            <a:ext cx="5654841" cy="4351338"/>
          </a:xfrm>
        </p:spPr>
      </p:pic>
      <p:pic>
        <p:nvPicPr>
          <p:cNvPr id="7" name="Picture 6">
            <a:extLst>
              <a:ext uri="{FF2B5EF4-FFF2-40B4-BE49-F238E27FC236}">
                <a16:creationId xmlns:a16="http://schemas.microsoft.com/office/drawing/2014/main" id="{258FC235-CF85-4C36-A0D4-1C83E521982D}"/>
              </a:ext>
            </a:extLst>
          </p:cNvPr>
          <p:cNvPicPr>
            <a:picLocks noChangeAspect="1"/>
          </p:cNvPicPr>
          <p:nvPr/>
        </p:nvPicPr>
        <p:blipFill>
          <a:blip r:embed="rId3"/>
          <a:stretch>
            <a:fillRect/>
          </a:stretch>
        </p:blipFill>
        <p:spPr>
          <a:xfrm>
            <a:off x="5654842" y="1541588"/>
            <a:ext cx="6537158" cy="4351338"/>
          </a:xfrm>
          <a:prstGeom prst="rect">
            <a:avLst/>
          </a:prstGeom>
        </p:spPr>
      </p:pic>
      <p:sp>
        <p:nvSpPr>
          <p:cNvPr id="8" name="TextBox 7">
            <a:extLst>
              <a:ext uri="{FF2B5EF4-FFF2-40B4-BE49-F238E27FC236}">
                <a16:creationId xmlns:a16="http://schemas.microsoft.com/office/drawing/2014/main" id="{D1DDBCA1-25A8-4CBB-84EC-4B178FACC3BB}"/>
              </a:ext>
            </a:extLst>
          </p:cNvPr>
          <p:cNvSpPr txBox="1"/>
          <p:nvPr/>
        </p:nvSpPr>
        <p:spPr>
          <a:xfrm>
            <a:off x="653469" y="1172256"/>
            <a:ext cx="838447" cy="369332"/>
          </a:xfrm>
          <a:prstGeom prst="rect">
            <a:avLst/>
          </a:prstGeom>
          <a:noFill/>
        </p:spPr>
        <p:txBody>
          <a:bodyPr wrap="square" rtlCol="0">
            <a:spAutoFit/>
          </a:bodyPr>
          <a:lstStyle/>
          <a:p>
            <a:r>
              <a:rPr lang="en-US" dirty="0"/>
              <a:t>Step 1</a:t>
            </a:r>
          </a:p>
        </p:txBody>
      </p:sp>
      <p:sp>
        <p:nvSpPr>
          <p:cNvPr id="9" name="TextBox 8">
            <a:extLst>
              <a:ext uri="{FF2B5EF4-FFF2-40B4-BE49-F238E27FC236}">
                <a16:creationId xmlns:a16="http://schemas.microsoft.com/office/drawing/2014/main" id="{8297ABCE-2B1A-4BF3-99EE-EB29C0767933}"/>
              </a:ext>
            </a:extLst>
          </p:cNvPr>
          <p:cNvSpPr txBox="1"/>
          <p:nvPr/>
        </p:nvSpPr>
        <p:spPr>
          <a:xfrm>
            <a:off x="5981576" y="1172256"/>
            <a:ext cx="1903119" cy="369332"/>
          </a:xfrm>
          <a:prstGeom prst="rect">
            <a:avLst/>
          </a:prstGeom>
          <a:noFill/>
        </p:spPr>
        <p:txBody>
          <a:bodyPr wrap="square" rtlCol="0">
            <a:spAutoFit/>
          </a:bodyPr>
          <a:lstStyle/>
          <a:p>
            <a:r>
              <a:rPr lang="en-US" dirty="0"/>
              <a:t>Steps 2,3,4 &amp; 5</a:t>
            </a:r>
          </a:p>
        </p:txBody>
      </p:sp>
    </p:spTree>
    <p:extLst>
      <p:ext uri="{BB962C8B-B14F-4D97-AF65-F5344CB8AC3E}">
        <p14:creationId xmlns:p14="http://schemas.microsoft.com/office/powerpoint/2010/main" val="165988731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2CDF69-6CB9-4E2D-803C-F2EA46487C15}"/>
              </a:ext>
            </a:extLst>
          </p:cNvPr>
          <p:cNvSpPr>
            <a:spLocks noGrp="1"/>
          </p:cNvSpPr>
          <p:nvPr>
            <p:ph type="title"/>
          </p:nvPr>
        </p:nvSpPr>
        <p:spPr/>
        <p:txBody>
          <a:bodyPr/>
          <a:lstStyle/>
          <a:p>
            <a:r>
              <a:rPr lang="en-US" dirty="0"/>
              <a:t>How to Load a JSON File</a:t>
            </a:r>
          </a:p>
        </p:txBody>
      </p:sp>
      <p:sp>
        <p:nvSpPr>
          <p:cNvPr id="3" name="Content Placeholder 2">
            <a:extLst>
              <a:ext uri="{FF2B5EF4-FFF2-40B4-BE49-F238E27FC236}">
                <a16:creationId xmlns:a16="http://schemas.microsoft.com/office/drawing/2014/main" id="{620EBD95-8703-4B04-ACEA-1DD43256F312}"/>
              </a:ext>
            </a:extLst>
          </p:cNvPr>
          <p:cNvSpPr>
            <a:spLocks noGrp="1"/>
          </p:cNvSpPr>
          <p:nvPr>
            <p:ph idx="1"/>
          </p:nvPr>
        </p:nvSpPr>
        <p:spPr/>
        <p:txBody>
          <a:bodyPr>
            <a:normAutofit/>
          </a:bodyPr>
          <a:lstStyle/>
          <a:p>
            <a:r>
              <a:rPr lang="en-US" dirty="0"/>
              <a:t>Step 1 : Click on the file tab on the top left hand corner of the application.</a:t>
            </a:r>
          </a:p>
          <a:p>
            <a:r>
              <a:rPr lang="en-US" dirty="0"/>
              <a:t>Step 2 : Once the drop down menu appears, click on the load button.</a:t>
            </a:r>
          </a:p>
          <a:p>
            <a:r>
              <a:rPr lang="en-US" dirty="0"/>
              <a:t>Step 3 : Once the file explorer window pops up, click on the drop down box on the bottom right corner, and select the JSON file extension.</a:t>
            </a:r>
          </a:p>
          <a:p>
            <a:r>
              <a:rPr lang="en-US" dirty="0"/>
              <a:t>Step 4 : Choose the location on your computer where your file is located. </a:t>
            </a:r>
          </a:p>
          <a:p>
            <a:r>
              <a:rPr lang="en-US" dirty="0"/>
              <a:t>Step 5 : Choose the file and click open.</a:t>
            </a:r>
          </a:p>
          <a:p>
            <a:pPr marL="0" indent="0">
              <a:buNone/>
            </a:pPr>
            <a:endParaRPr lang="en-US" dirty="0"/>
          </a:p>
        </p:txBody>
      </p:sp>
    </p:spTree>
    <p:extLst>
      <p:ext uri="{BB962C8B-B14F-4D97-AF65-F5344CB8AC3E}">
        <p14:creationId xmlns:p14="http://schemas.microsoft.com/office/powerpoint/2010/main" val="195255900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29BC6C-2669-49B5-B684-7CDE8F463605}"/>
              </a:ext>
            </a:extLst>
          </p:cNvPr>
          <p:cNvSpPr>
            <a:spLocks noGrp="1"/>
          </p:cNvSpPr>
          <p:nvPr>
            <p:ph type="title"/>
          </p:nvPr>
        </p:nvSpPr>
        <p:spPr/>
        <p:txBody>
          <a:bodyPr/>
          <a:lstStyle/>
          <a:p>
            <a:r>
              <a:rPr lang="en-US" dirty="0"/>
              <a:t>How to Load a JSON File Continued</a:t>
            </a:r>
          </a:p>
        </p:txBody>
      </p:sp>
      <p:pic>
        <p:nvPicPr>
          <p:cNvPr id="5" name="Content Placeholder 4">
            <a:extLst>
              <a:ext uri="{FF2B5EF4-FFF2-40B4-BE49-F238E27FC236}">
                <a16:creationId xmlns:a16="http://schemas.microsoft.com/office/drawing/2014/main" id="{C553B75D-791D-4205-A484-FDE62584B686}"/>
              </a:ext>
            </a:extLst>
          </p:cNvPr>
          <p:cNvPicPr>
            <a:picLocks noGrp="1" noChangeAspect="1"/>
          </p:cNvPicPr>
          <p:nvPr>
            <p:ph idx="1"/>
          </p:nvPr>
        </p:nvPicPr>
        <p:blipFill>
          <a:blip r:embed="rId2"/>
          <a:stretch>
            <a:fillRect/>
          </a:stretch>
        </p:blipFill>
        <p:spPr>
          <a:xfrm>
            <a:off x="1" y="1553620"/>
            <a:ext cx="5590673" cy="4631322"/>
          </a:xfrm>
        </p:spPr>
      </p:pic>
      <p:pic>
        <p:nvPicPr>
          <p:cNvPr id="7" name="Picture 6">
            <a:extLst>
              <a:ext uri="{FF2B5EF4-FFF2-40B4-BE49-F238E27FC236}">
                <a16:creationId xmlns:a16="http://schemas.microsoft.com/office/drawing/2014/main" id="{0B6A073F-EEE6-46CC-9206-6C72E65FEC08}"/>
              </a:ext>
            </a:extLst>
          </p:cNvPr>
          <p:cNvPicPr>
            <a:picLocks noChangeAspect="1"/>
          </p:cNvPicPr>
          <p:nvPr/>
        </p:nvPicPr>
        <p:blipFill>
          <a:blip r:embed="rId3"/>
          <a:stretch>
            <a:fillRect/>
          </a:stretch>
        </p:blipFill>
        <p:spPr>
          <a:xfrm>
            <a:off x="5590674" y="1553620"/>
            <a:ext cx="6601327" cy="4631322"/>
          </a:xfrm>
          <a:prstGeom prst="rect">
            <a:avLst/>
          </a:prstGeom>
        </p:spPr>
      </p:pic>
      <p:sp>
        <p:nvSpPr>
          <p:cNvPr id="8" name="TextBox 7">
            <a:extLst>
              <a:ext uri="{FF2B5EF4-FFF2-40B4-BE49-F238E27FC236}">
                <a16:creationId xmlns:a16="http://schemas.microsoft.com/office/drawing/2014/main" id="{C212D854-D2A9-4E14-8B8A-1D4DF3FD03D9}"/>
              </a:ext>
            </a:extLst>
          </p:cNvPr>
          <p:cNvSpPr txBox="1"/>
          <p:nvPr/>
        </p:nvSpPr>
        <p:spPr>
          <a:xfrm>
            <a:off x="577515" y="1184288"/>
            <a:ext cx="826169" cy="369332"/>
          </a:xfrm>
          <a:prstGeom prst="rect">
            <a:avLst/>
          </a:prstGeom>
          <a:noFill/>
        </p:spPr>
        <p:txBody>
          <a:bodyPr wrap="square" rtlCol="0">
            <a:spAutoFit/>
          </a:bodyPr>
          <a:lstStyle/>
          <a:p>
            <a:r>
              <a:rPr lang="en-US" dirty="0"/>
              <a:t>Step 1</a:t>
            </a:r>
          </a:p>
        </p:txBody>
      </p:sp>
      <p:sp>
        <p:nvSpPr>
          <p:cNvPr id="9" name="TextBox 8">
            <a:extLst>
              <a:ext uri="{FF2B5EF4-FFF2-40B4-BE49-F238E27FC236}">
                <a16:creationId xmlns:a16="http://schemas.microsoft.com/office/drawing/2014/main" id="{BFE57E79-61B0-49E3-A810-AE736EE0F71C}"/>
              </a:ext>
            </a:extLst>
          </p:cNvPr>
          <p:cNvSpPr txBox="1"/>
          <p:nvPr/>
        </p:nvSpPr>
        <p:spPr>
          <a:xfrm>
            <a:off x="6096000" y="1184288"/>
            <a:ext cx="1788695" cy="369332"/>
          </a:xfrm>
          <a:prstGeom prst="rect">
            <a:avLst/>
          </a:prstGeom>
          <a:noFill/>
        </p:spPr>
        <p:txBody>
          <a:bodyPr wrap="square" rtlCol="0">
            <a:spAutoFit/>
          </a:bodyPr>
          <a:lstStyle/>
          <a:p>
            <a:r>
              <a:rPr lang="en-US" dirty="0"/>
              <a:t>Steps 2, 3,4 &amp; 5</a:t>
            </a:r>
          </a:p>
        </p:txBody>
      </p:sp>
    </p:spTree>
    <p:extLst>
      <p:ext uri="{BB962C8B-B14F-4D97-AF65-F5344CB8AC3E}">
        <p14:creationId xmlns:p14="http://schemas.microsoft.com/office/powerpoint/2010/main" val="159557360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446</TotalTime>
  <Words>1405</Words>
  <Application>Microsoft Office PowerPoint</Application>
  <PresentationFormat>Widescreen</PresentationFormat>
  <Paragraphs>150</Paragraphs>
  <Slides>38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38</vt:i4>
      </vt:variant>
    </vt:vector>
  </HeadingPairs>
  <TitlesOfParts>
    <vt:vector size="42" baseType="lpstr">
      <vt:lpstr>Arial</vt:lpstr>
      <vt:lpstr>Calibri</vt:lpstr>
      <vt:lpstr>Calibri Light</vt:lpstr>
      <vt:lpstr>Office Theme</vt:lpstr>
      <vt:lpstr>Table of Contents</vt:lpstr>
      <vt:lpstr>Table of Contents Continued</vt:lpstr>
      <vt:lpstr>Table of Contents Continued</vt:lpstr>
      <vt:lpstr>Adding a Name</vt:lpstr>
      <vt:lpstr>Adding a Name Example</vt:lpstr>
      <vt:lpstr>Adding a Serial Number</vt:lpstr>
      <vt:lpstr>Adding a Serial Number</vt:lpstr>
      <vt:lpstr>Adding a Value</vt:lpstr>
      <vt:lpstr>Adding a Value Continued</vt:lpstr>
      <vt:lpstr>Editing Name</vt:lpstr>
      <vt:lpstr>Editing Name Continued</vt:lpstr>
      <vt:lpstr>Editing Serial Number</vt:lpstr>
      <vt:lpstr>Editing Serial Number Continued</vt:lpstr>
      <vt:lpstr>Editing value</vt:lpstr>
      <vt:lpstr>Editing Value Continued</vt:lpstr>
      <vt:lpstr>Removing a Single Item</vt:lpstr>
      <vt:lpstr>Removing a Single Item Continued</vt:lpstr>
      <vt:lpstr>Removing A Items from List</vt:lpstr>
      <vt:lpstr>Sorting by name</vt:lpstr>
      <vt:lpstr>Sort by Serial Number</vt:lpstr>
      <vt:lpstr>Sort by Value</vt:lpstr>
      <vt:lpstr>Search by Name</vt:lpstr>
      <vt:lpstr>Search by Serial Number </vt:lpstr>
      <vt:lpstr>How to Save a TSV File</vt:lpstr>
      <vt:lpstr>How to Save a TSV File Continued</vt:lpstr>
      <vt:lpstr>How to Save a TSV File Continued</vt:lpstr>
      <vt:lpstr>How to Save a HTML File</vt:lpstr>
      <vt:lpstr>How to Save a HTML File Continued</vt:lpstr>
      <vt:lpstr>How to Save a HTML File Continued</vt:lpstr>
      <vt:lpstr>How to Save a JSON File</vt:lpstr>
      <vt:lpstr>How to Save a JSON File Continued</vt:lpstr>
      <vt:lpstr>How to Save a JSON File Continued</vt:lpstr>
      <vt:lpstr>How to Load a TSV File</vt:lpstr>
      <vt:lpstr>How to Load a TSV File Continued</vt:lpstr>
      <vt:lpstr>How to Load a HTML File</vt:lpstr>
      <vt:lpstr>How to Load a HTML File Continued</vt:lpstr>
      <vt:lpstr>How to Load a JSON File</vt:lpstr>
      <vt:lpstr>How to Load a JSON File Continued</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Table of Contents</dc:title>
  <dc:creator>Bryan Perez</dc:creator>
  <cp:lastModifiedBy>Bryan Perez</cp:lastModifiedBy>
  <cp:revision>10</cp:revision>
  <dcterms:created xsi:type="dcterms:W3CDTF">2021-11-21T18:47:06Z</dcterms:created>
  <dcterms:modified xsi:type="dcterms:W3CDTF">2021-11-22T02:13:45Z</dcterms:modified>
</cp:coreProperties>
</file>